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4.xml" ContentType="application/vnd.openxmlformats-officedocument.presentationml.notesSlide+xml"/>
  <Override PartName="/ppt/tags/tag7.xml" ContentType="application/vnd.openxmlformats-officedocument.presentationml.tags+xml"/>
  <Override PartName="/ppt/notesSlides/notesSlide5.xml" ContentType="application/vnd.openxmlformats-officedocument.presentationml.notesSlide+xml"/>
  <Override PartName="/ppt/tags/tag8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68" r:id="rId4"/>
    <p:sldId id="260" r:id="rId5"/>
    <p:sldId id="261" r:id="rId6"/>
    <p:sldId id="271" r:id="rId7"/>
    <p:sldId id="262" r:id="rId8"/>
    <p:sldId id="266" r:id="rId9"/>
    <p:sldId id="272" r:id="rId10"/>
    <p:sldId id="269" r:id="rId11"/>
    <p:sldId id="267" r:id="rId12"/>
    <p:sldId id="270" r:id="rId13"/>
    <p:sldId id="265" r:id="rId14"/>
    <p:sldId id="273" r:id="rId15"/>
    <p:sldId id="263" r:id="rId16"/>
    <p:sldId id="274" r:id="rId17"/>
    <p:sldId id="276" r:id="rId18"/>
    <p:sldId id="264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5A23A08-84C9-9440-8E2C-00E2CB0054C7}" v="2" dt="2026-02-27T18:41:39.58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58"/>
    <p:restoredTop sz="85442"/>
  </p:normalViewPr>
  <p:slideViewPr>
    <p:cSldViewPr snapToGrid="0">
      <p:cViewPr varScale="1">
        <p:scale>
          <a:sx n="108" d="100"/>
          <a:sy n="108" d="100"/>
        </p:scale>
        <p:origin x="1088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ove Odunlami (EI)" userId="92bec0d3-9b07-46b2-8e75-f5fc2931fabe" providerId="ADAL" clId="{6A701544-C752-5863-B6D2-E6AED7D33888}"/>
    <pc:docChg chg="undo custSel addSld delSld modSld sldOrd">
      <pc:chgData name="Love Odunlami (EI)" userId="92bec0d3-9b07-46b2-8e75-f5fc2931fabe" providerId="ADAL" clId="{6A701544-C752-5863-B6D2-E6AED7D33888}" dt="2026-02-27T18:42:24.166" v="7058" actId="2696"/>
      <pc:docMkLst>
        <pc:docMk/>
      </pc:docMkLst>
      <pc:sldChg chg="addSp delSp modSp mod modTransition delAnim modAnim">
        <pc:chgData name="Love Odunlami (EI)" userId="92bec0d3-9b07-46b2-8e75-f5fc2931fabe" providerId="ADAL" clId="{6A701544-C752-5863-B6D2-E6AED7D33888}" dt="2026-02-25T11:20:13.783" v="7055" actId="20577"/>
        <pc:sldMkLst>
          <pc:docMk/>
          <pc:sldMk cId="3882278773" sldId="256"/>
        </pc:sldMkLst>
        <pc:spChg chg="mod">
          <ac:chgData name="Love Odunlami (EI)" userId="92bec0d3-9b07-46b2-8e75-f5fc2931fabe" providerId="ADAL" clId="{6A701544-C752-5863-B6D2-E6AED7D33888}" dt="2026-02-14T11:37:24.395" v="5111" actId="255"/>
          <ac:spMkLst>
            <pc:docMk/>
            <pc:sldMk cId="3882278773" sldId="256"/>
            <ac:spMk id="2" creationId="{CABCA3D1-4564-4150-A826-C9BC54897231}"/>
          </ac:spMkLst>
        </pc:spChg>
        <pc:spChg chg="mod">
          <ac:chgData name="Love Odunlami (EI)" userId="92bec0d3-9b07-46b2-8e75-f5fc2931fabe" providerId="ADAL" clId="{6A701544-C752-5863-B6D2-E6AED7D33888}" dt="2026-02-25T11:20:13.783" v="7055" actId="20577"/>
          <ac:spMkLst>
            <pc:docMk/>
            <pc:sldMk cId="3882278773" sldId="256"/>
            <ac:spMk id="3" creationId="{0087CCDF-E13B-B97B-146D-C1EEE3C8B063}"/>
          </ac:spMkLst>
        </pc:spChg>
        <pc:spChg chg="add mod">
          <ac:chgData name="Love Odunlami (EI)" userId="92bec0d3-9b07-46b2-8e75-f5fc2931fabe" providerId="ADAL" clId="{6A701544-C752-5863-B6D2-E6AED7D33888}" dt="2026-02-07T16:22:25.555" v="120" actId="171"/>
          <ac:spMkLst>
            <pc:docMk/>
            <pc:sldMk cId="3882278773" sldId="256"/>
            <ac:spMk id="4" creationId="{81CD5335-B3A0-3291-1A75-7C5935D62BFC}"/>
          </ac:spMkLst>
        </pc:spChg>
      </pc:sldChg>
      <pc:sldChg chg="addSp delSp modSp new mod modTransition delAnim modAnim">
        <pc:chgData name="Love Odunlami (EI)" userId="92bec0d3-9b07-46b2-8e75-f5fc2931fabe" providerId="ADAL" clId="{6A701544-C752-5863-B6D2-E6AED7D33888}" dt="2026-02-25T11:18:24.957" v="6980" actId="478"/>
        <pc:sldMkLst>
          <pc:docMk/>
          <pc:sldMk cId="478723127" sldId="257"/>
        </pc:sldMkLst>
        <pc:spChg chg="mod">
          <ac:chgData name="Love Odunlami (EI)" userId="92bec0d3-9b07-46b2-8e75-f5fc2931fabe" providerId="ADAL" clId="{6A701544-C752-5863-B6D2-E6AED7D33888}" dt="2026-02-07T16:21:25.413" v="113" actId="122"/>
          <ac:spMkLst>
            <pc:docMk/>
            <pc:sldMk cId="478723127" sldId="257"/>
            <ac:spMk id="2" creationId="{29AAE643-5714-4088-ACBF-02A0CFE6F3ED}"/>
          </ac:spMkLst>
        </pc:spChg>
        <pc:spChg chg="add mod">
          <ac:chgData name="Love Odunlami (EI)" userId="92bec0d3-9b07-46b2-8e75-f5fc2931fabe" providerId="ADAL" clId="{6A701544-C752-5863-B6D2-E6AED7D33888}" dt="2026-02-07T16:22:12.781" v="116" actId="2085"/>
          <ac:spMkLst>
            <pc:docMk/>
            <pc:sldMk cId="478723127" sldId="257"/>
            <ac:spMk id="5" creationId="{47DF95E5-424D-46F4-9211-1B64ED6FA1AD}"/>
          </ac:spMkLst>
        </pc:spChg>
        <pc:spChg chg="add mod">
          <ac:chgData name="Love Odunlami (EI)" userId="92bec0d3-9b07-46b2-8e75-f5fc2931fabe" providerId="ADAL" clId="{6A701544-C752-5863-B6D2-E6AED7D33888}" dt="2026-02-07T16:58:18.844" v="652" actId="20577"/>
          <ac:spMkLst>
            <pc:docMk/>
            <pc:sldMk cId="478723127" sldId="257"/>
            <ac:spMk id="6" creationId="{F17FDB7C-8ADE-7394-2CEF-143DA2F26128}"/>
          </ac:spMkLst>
        </pc:spChg>
        <pc:spChg chg="add mod">
          <ac:chgData name="Love Odunlami (EI)" userId="92bec0d3-9b07-46b2-8e75-f5fc2931fabe" providerId="ADAL" clId="{6A701544-C752-5863-B6D2-E6AED7D33888}" dt="2026-02-14T09:32:24.387" v="4766"/>
          <ac:spMkLst>
            <pc:docMk/>
            <pc:sldMk cId="478723127" sldId="257"/>
            <ac:spMk id="7" creationId="{6935EDD8-D6CD-1143-6A95-A59F9D47E474}"/>
          </ac:spMkLst>
        </pc:spChg>
        <pc:spChg chg="add mod">
          <ac:chgData name="Love Odunlami (EI)" userId="92bec0d3-9b07-46b2-8e75-f5fc2931fabe" providerId="ADAL" clId="{6A701544-C752-5863-B6D2-E6AED7D33888}" dt="2026-02-16T21:33:27.154" v="5346" actId="20577"/>
          <ac:spMkLst>
            <pc:docMk/>
            <pc:sldMk cId="478723127" sldId="257"/>
            <ac:spMk id="8" creationId="{896717B9-E6F9-0CCE-4581-3F3DC515ED13}"/>
          </ac:spMkLst>
        </pc:spChg>
        <pc:spChg chg="add mod">
          <ac:chgData name="Love Odunlami (EI)" userId="92bec0d3-9b07-46b2-8e75-f5fc2931fabe" providerId="ADAL" clId="{6A701544-C752-5863-B6D2-E6AED7D33888}" dt="2026-02-07T17:26:37.994" v="1268"/>
          <ac:spMkLst>
            <pc:docMk/>
            <pc:sldMk cId="478723127" sldId="257"/>
            <ac:spMk id="10" creationId="{B0E3C579-5168-5379-10C7-83377D91C379}"/>
          </ac:spMkLst>
        </pc:spChg>
      </pc:sldChg>
      <pc:sldChg chg="addSp delSp modSp add mod modTransition delAnim modAnim modNotesTx">
        <pc:chgData name="Love Odunlami (EI)" userId="92bec0d3-9b07-46b2-8e75-f5fc2931fabe" providerId="ADAL" clId="{6A701544-C752-5863-B6D2-E6AED7D33888}" dt="2026-02-25T11:18:29.104" v="6982" actId="478"/>
        <pc:sldMkLst>
          <pc:docMk/>
          <pc:sldMk cId="2402289224" sldId="260"/>
        </pc:sldMkLst>
        <pc:spChg chg="mod">
          <ac:chgData name="Love Odunlami (EI)" userId="92bec0d3-9b07-46b2-8e75-f5fc2931fabe" providerId="ADAL" clId="{6A701544-C752-5863-B6D2-E6AED7D33888}" dt="2026-02-07T16:48:49.629" v="561" actId="20577"/>
          <ac:spMkLst>
            <pc:docMk/>
            <pc:sldMk cId="2402289224" sldId="260"/>
            <ac:spMk id="2" creationId="{465C2D36-CEAB-CB3D-A239-E53C32800C7E}"/>
          </ac:spMkLst>
        </pc:spChg>
        <pc:spChg chg="mod">
          <ac:chgData name="Love Odunlami (EI)" userId="92bec0d3-9b07-46b2-8e75-f5fc2931fabe" providerId="ADAL" clId="{6A701544-C752-5863-B6D2-E6AED7D33888}" dt="2026-02-16T13:04:30.410" v="5191" actId="20577"/>
          <ac:spMkLst>
            <pc:docMk/>
            <pc:sldMk cId="2402289224" sldId="260"/>
            <ac:spMk id="3" creationId="{23939E7F-F2E5-7BA3-742F-32DAB76C2E1B}"/>
          </ac:spMkLst>
        </pc:spChg>
        <pc:spChg chg="add mod">
          <ac:chgData name="Love Odunlami (EI)" userId="92bec0d3-9b07-46b2-8e75-f5fc2931fabe" providerId="ADAL" clId="{6A701544-C752-5863-B6D2-E6AED7D33888}" dt="2026-02-07T17:18:52.423" v="1265" actId="164"/>
          <ac:spMkLst>
            <pc:docMk/>
            <pc:sldMk cId="2402289224" sldId="260"/>
            <ac:spMk id="6" creationId="{50A75002-D8B7-8E27-6E5E-2A92CF576721}"/>
          </ac:spMkLst>
        </pc:spChg>
        <pc:spChg chg="add mod">
          <ac:chgData name="Love Odunlami (EI)" userId="92bec0d3-9b07-46b2-8e75-f5fc2931fabe" providerId="ADAL" clId="{6A701544-C752-5863-B6D2-E6AED7D33888}" dt="2026-02-07T17:18:52.423" v="1265" actId="164"/>
          <ac:spMkLst>
            <pc:docMk/>
            <pc:sldMk cId="2402289224" sldId="260"/>
            <ac:spMk id="7" creationId="{FEFAA5ED-9323-550D-52A3-C2151CCA71D2}"/>
          </ac:spMkLst>
        </pc:spChg>
        <pc:spChg chg="add mod">
          <ac:chgData name="Love Odunlami (EI)" userId="92bec0d3-9b07-46b2-8e75-f5fc2931fabe" providerId="ADAL" clId="{6A701544-C752-5863-B6D2-E6AED7D33888}" dt="2026-02-07T17:26:37.994" v="1268"/>
          <ac:spMkLst>
            <pc:docMk/>
            <pc:sldMk cId="2402289224" sldId="260"/>
            <ac:spMk id="10" creationId="{B8CB9EA7-48F9-0C4D-673D-613D83B93C88}"/>
          </ac:spMkLst>
        </pc:spChg>
        <pc:grpChg chg="add mod">
          <ac:chgData name="Love Odunlami (EI)" userId="92bec0d3-9b07-46b2-8e75-f5fc2931fabe" providerId="ADAL" clId="{6A701544-C752-5863-B6D2-E6AED7D33888}" dt="2026-02-14T11:28:10.138" v="4915" actId="1076"/>
          <ac:grpSpMkLst>
            <pc:docMk/>
            <pc:sldMk cId="2402289224" sldId="260"/>
            <ac:grpSpMk id="8" creationId="{88D0FFAE-7A95-D7F6-F22D-49C3C13E3186}"/>
          </ac:grpSpMkLst>
        </pc:grpChg>
      </pc:sldChg>
      <pc:sldChg chg="addSp delSp modSp add mod modTransition delAnim modAnim">
        <pc:chgData name="Love Odunlami (EI)" userId="92bec0d3-9b07-46b2-8e75-f5fc2931fabe" providerId="ADAL" clId="{6A701544-C752-5863-B6D2-E6AED7D33888}" dt="2026-02-25T11:18:31.228" v="6983" actId="478"/>
        <pc:sldMkLst>
          <pc:docMk/>
          <pc:sldMk cId="3928627888" sldId="261"/>
        </pc:sldMkLst>
        <pc:spChg chg="mod">
          <ac:chgData name="Love Odunlami (EI)" userId="92bec0d3-9b07-46b2-8e75-f5fc2931fabe" providerId="ADAL" clId="{6A701544-C752-5863-B6D2-E6AED7D33888}" dt="2026-02-07T17:37:42.864" v="1489" actId="20577"/>
          <ac:spMkLst>
            <pc:docMk/>
            <pc:sldMk cId="3928627888" sldId="261"/>
            <ac:spMk id="2" creationId="{6A4D0764-0076-0B7B-236B-DDFA98ADCFF2}"/>
          </ac:spMkLst>
        </pc:spChg>
        <pc:spChg chg="mod">
          <ac:chgData name="Love Odunlami (EI)" userId="92bec0d3-9b07-46b2-8e75-f5fc2931fabe" providerId="ADAL" clId="{6A701544-C752-5863-B6D2-E6AED7D33888}" dt="2026-02-07T18:30:54.704" v="2599" actId="20577"/>
          <ac:spMkLst>
            <pc:docMk/>
            <pc:sldMk cId="3928627888" sldId="261"/>
            <ac:spMk id="3" creationId="{F5F45209-69C0-D4D8-1964-D5681CF5D98D}"/>
          </ac:spMkLst>
        </pc:spChg>
        <pc:spChg chg="add mod">
          <ac:chgData name="Love Odunlami (EI)" userId="92bec0d3-9b07-46b2-8e75-f5fc2931fabe" providerId="ADAL" clId="{6A701544-C752-5863-B6D2-E6AED7D33888}" dt="2026-02-07T17:26:37.994" v="1268"/>
          <ac:spMkLst>
            <pc:docMk/>
            <pc:sldMk cId="3928627888" sldId="261"/>
            <ac:spMk id="6" creationId="{C2E68B29-8C97-4989-EB5F-C268914A43FF}"/>
          </ac:spMkLst>
        </pc:spChg>
      </pc:sldChg>
      <pc:sldChg chg="addSp delSp modSp add mod modTransition delAnim modAnim">
        <pc:chgData name="Love Odunlami (EI)" userId="92bec0d3-9b07-46b2-8e75-f5fc2931fabe" providerId="ADAL" clId="{6A701544-C752-5863-B6D2-E6AED7D33888}" dt="2026-02-25T11:18:35.658" v="6985" actId="478"/>
        <pc:sldMkLst>
          <pc:docMk/>
          <pc:sldMk cId="728413478" sldId="262"/>
        </pc:sldMkLst>
        <pc:spChg chg="mod">
          <ac:chgData name="Love Odunlami (EI)" userId="92bec0d3-9b07-46b2-8e75-f5fc2931fabe" providerId="ADAL" clId="{6A701544-C752-5863-B6D2-E6AED7D33888}" dt="2026-02-07T17:37:59.720" v="1508" actId="20577"/>
          <ac:spMkLst>
            <pc:docMk/>
            <pc:sldMk cId="728413478" sldId="262"/>
            <ac:spMk id="2" creationId="{900773CD-39B4-054E-B284-A34AA91F6FED}"/>
          </ac:spMkLst>
        </pc:spChg>
        <pc:spChg chg="mod">
          <ac:chgData name="Love Odunlami (EI)" userId="92bec0d3-9b07-46b2-8e75-f5fc2931fabe" providerId="ADAL" clId="{6A701544-C752-5863-B6D2-E6AED7D33888}" dt="2026-02-07T18:21:06.583" v="2230" actId="14100"/>
          <ac:spMkLst>
            <pc:docMk/>
            <pc:sldMk cId="728413478" sldId="262"/>
            <ac:spMk id="3" creationId="{B4F2ABC3-FF6B-F5B7-DADC-B6C563448062}"/>
          </ac:spMkLst>
        </pc:spChg>
        <pc:spChg chg="add mod">
          <ac:chgData name="Love Odunlami (EI)" userId="92bec0d3-9b07-46b2-8e75-f5fc2931fabe" providerId="ADAL" clId="{6A701544-C752-5863-B6D2-E6AED7D33888}" dt="2026-02-07T17:26:37.994" v="1268"/>
          <ac:spMkLst>
            <pc:docMk/>
            <pc:sldMk cId="728413478" sldId="262"/>
            <ac:spMk id="6" creationId="{D930692D-BBEE-8DEC-E5C1-188CA0FF5730}"/>
          </ac:spMkLst>
        </pc:spChg>
      </pc:sldChg>
      <pc:sldChg chg="addSp delSp modSp add mod delAnim">
        <pc:chgData name="Love Odunlami (EI)" userId="92bec0d3-9b07-46b2-8e75-f5fc2931fabe" providerId="ADAL" clId="{6A701544-C752-5863-B6D2-E6AED7D33888}" dt="2026-02-25T11:18:48.244" v="6993" actId="478"/>
        <pc:sldMkLst>
          <pc:docMk/>
          <pc:sldMk cId="1320939319" sldId="263"/>
        </pc:sldMkLst>
        <pc:spChg chg="mod">
          <ac:chgData name="Love Odunlami (EI)" userId="92bec0d3-9b07-46b2-8e75-f5fc2931fabe" providerId="ADAL" clId="{6A701544-C752-5863-B6D2-E6AED7D33888}" dt="2026-02-07T16:43:46.679" v="475" actId="20577"/>
          <ac:spMkLst>
            <pc:docMk/>
            <pc:sldMk cId="1320939319" sldId="263"/>
            <ac:spMk id="2" creationId="{FAC33F28-70ED-C7B6-EA32-DA309025F7AF}"/>
          </ac:spMkLst>
        </pc:spChg>
        <pc:spChg chg="mod">
          <ac:chgData name="Love Odunlami (EI)" userId="92bec0d3-9b07-46b2-8e75-f5fc2931fabe" providerId="ADAL" clId="{6A701544-C752-5863-B6D2-E6AED7D33888}" dt="2026-02-07T19:00:00.662" v="4049" actId="20577"/>
          <ac:spMkLst>
            <pc:docMk/>
            <pc:sldMk cId="1320939319" sldId="263"/>
            <ac:spMk id="3" creationId="{9B8C2018-7F2C-6A7A-C3DF-A745BB2F0F45}"/>
          </ac:spMkLst>
        </pc:spChg>
        <pc:spChg chg="add mod">
          <ac:chgData name="Love Odunlami (EI)" userId="92bec0d3-9b07-46b2-8e75-f5fc2931fabe" providerId="ADAL" clId="{6A701544-C752-5863-B6D2-E6AED7D33888}" dt="2026-02-07T17:26:37.994" v="1268"/>
          <ac:spMkLst>
            <pc:docMk/>
            <pc:sldMk cId="1320939319" sldId="263"/>
            <ac:spMk id="6" creationId="{00E0F870-D655-BFE4-7CEE-6377FDA090BC}"/>
          </ac:spMkLst>
        </pc:spChg>
      </pc:sldChg>
      <pc:sldChg chg="addSp modSp add mod ord modShow">
        <pc:chgData name="Love Odunlami (EI)" userId="92bec0d3-9b07-46b2-8e75-f5fc2931fabe" providerId="ADAL" clId="{6A701544-C752-5863-B6D2-E6AED7D33888}" dt="2026-02-25T11:19:00.395" v="6996" actId="20578"/>
        <pc:sldMkLst>
          <pc:docMk/>
          <pc:sldMk cId="497635899" sldId="264"/>
        </pc:sldMkLst>
        <pc:spChg chg="mod">
          <ac:chgData name="Love Odunlami (EI)" userId="92bec0d3-9b07-46b2-8e75-f5fc2931fabe" providerId="ADAL" clId="{6A701544-C752-5863-B6D2-E6AED7D33888}" dt="2026-02-07T16:43:26.451" v="460" actId="313"/>
          <ac:spMkLst>
            <pc:docMk/>
            <pc:sldMk cId="497635899" sldId="264"/>
            <ac:spMk id="2" creationId="{300A224C-5CC9-1572-7170-BE2AED7C24D2}"/>
          </ac:spMkLst>
        </pc:spChg>
        <pc:spChg chg="mod">
          <ac:chgData name="Love Odunlami (EI)" userId="92bec0d3-9b07-46b2-8e75-f5fc2931fabe" providerId="ADAL" clId="{6A701544-C752-5863-B6D2-E6AED7D33888}" dt="2026-02-14T11:34:14.693" v="5053" actId="5793"/>
          <ac:spMkLst>
            <pc:docMk/>
            <pc:sldMk cId="497635899" sldId="264"/>
            <ac:spMk id="3" creationId="{1222461F-6D07-A6E9-8B2F-0583D07FEC3A}"/>
          </ac:spMkLst>
        </pc:spChg>
        <pc:spChg chg="add mod">
          <ac:chgData name="Love Odunlami (EI)" userId="92bec0d3-9b07-46b2-8e75-f5fc2931fabe" providerId="ADAL" clId="{6A701544-C752-5863-B6D2-E6AED7D33888}" dt="2026-02-07T17:26:37.994" v="1268"/>
          <ac:spMkLst>
            <pc:docMk/>
            <pc:sldMk cId="497635899" sldId="264"/>
            <ac:spMk id="6" creationId="{B5387BDC-3AF4-4288-075F-11B9C3E630B1}"/>
          </ac:spMkLst>
        </pc:spChg>
      </pc:sldChg>
      <pc:sldChg chg="addSp delSp modSp add mod delAnim modAnim">
        <pc:chgData name="Love Odunlami (EI)" userId="92bec0d3-9b07-46b2-8e75-f5fc2931fabe" providerId="ADAL" clId="{6A701544-C752-5863-B6D2-E6AED7D33888}" dt="2026-02-25T11:18:45.540" v="6991" actId="478"/>
        <pc:sldMkLst>
          <pc:docMk/>
          <pc:sldMk cId="1140661188" sldId="265"/>
        </pc:sldMkLst>
        <pc:spChg chg="mod">
          <ac:chgData name="Love Odunlami (EI)" userId="92bec0d3-9b07-46b2-8e75-f5fc2931fabe" providerId="ADAL" clId="{6A701544-C752-5863-B6D2-E6AED7D33888}" dt="2026-02-16T21:33:12.963" v="5333" actId="20577"/>
          <ac:spMkLst>
            <pc:docMk/>
            <pc:sldMk cId="1140661188" sldId="265"/>
            <ac:spMk id="2" creationId="{50872591-5465-773B-0B3C-85D78F3E9D87}"/>
          </ac:spMkLst>
        </pc:spChg>
        <pc:spChg chg="mod">
          <ac:chgData name="Love Odunlami (EI)" userId="92bec0d3-9b07-46b2-8e75-f5fc2931fabe" providerId="ADAL" clId="{6A701544-C752-5863-B6D2-E6AED7D33888}" dt="2026-02-14T11:42:20.332" v="5127" actId="20577"/>
          <ac:spMkLst>
            <pc:docMk/>
            <pc:sldMk cId="1140661188" sldId="265"/>
            <ac:spMk id="3" creationId="{BFB7718C-4914-9B53-12A0-32068BB33AF3}"/>
          </ac:spMkLst>
        </pc:spChg>
        <pc:spChg chg="add mod">
          <ac:chgData name="Love Odunlami (EI)" userId="92bec0d3-9b07-46b2-8e75-f5fc2931fabe" providerId="ADAL" clId="{6A701544-C752-5863-B6D2-E6AED7D33888}" dt="2026-02-07T17:26:37.994" v="1268"/>
          <ac:spMkLst>
            <pc:docMk/>
            <pc:sldMk cId="1140661188" sldId="265"/>
            <ac:spMk id="6" creationId="{5E90161B-DE39-D336-0702-A39E6CAE0C8D}"/>
          </ac:spMkLst>
        </pc:spChg>
      </pc:sldChg>
      <pc:sldChg chg="addSp delSp modSp add mod modTransition delAnim modAnim">
        <pc:chgData name="Love Odunlami (EI)" userId="92bec0d3-9b07-46b2-8e75-f5fc2931fabe" providerId="ADAL" clId="{6A701544-C752-5863-B6D2-E6AED7D33888}" dt="2026-02-25T11:18:37.550" v="6986" actId="478"/>
        <pc:sldMkLst>
          <pc:docMk/>
          <pc:sldMk cId="1600862888" sldId="266"/>
        </pc:sldMkLst>
        <pc:spChg chg="mod">
          <ac:chgData name="Love Odunlami (EI)" userId="92bec0d3-9b07-46b2-8e75-f5fc2931fabe" providerId="ADAL" clId="{6A701544-C752-5863-B6D2-E6AED7D33888}" dt="2026-02-07T18:21:20.033" v="2241" actId="20577"/>
          <ac:spMkLst>
            <pc:docMk/>
            <pc:sldMk cId="1600862888" sldId="266"/>
            <ac:spMk id="2" creationId="{D3546C23-432D-2413-F469-E25BAA9309CC}"/>
          </ac:spMkLst>
        </pc:spChg>
        <pc:spChg chg="mod">
          <ac:chgData name="Love Odunlami (EI)" userId="92bec0d3-9b07-46b2-8e75-f5fc2931fabe" providerId="ADAL" clId="{6A701544-C752-5863-B6D2-E6AED7D33888}" dt="2026-02-16T21:53:37.319" v="5511" actId="20577"/>
          <ac:spMkLst>
            <pc:docMk/>
            <pc:sldMk cId="1600862888" sldId="266"/>
            <ac:spMk id="3" creationId="{DF218BED-7A5B-B034-5A6C-DEFFED21BC1C}"/>
          </ac:spMkLst>
        </pc:spChg>
        <pc:spChg chg="add mod">
          <ac:chgData name="Love Odunlami (EI)" userId="92bec0d3-9b07-46b2-8e75-f5fc2931fabe" providerId="ADAL" clId="{6A701544-C752-5863-B6D2-E6AED7D33888}" dt="2026-02-07T17:26:37.994" v="1268"/>
          <ac:spMkLst>
            <pc:docMk/>
            <pc:sldMk cId="1600862888" sldId="266"/>
            <ac:spMk id="6" creationId="{72EB6C55-DAE6-25F2-7DAC-5F251C66F15F}"/>
          </ac:spMkLst>
        </pc:spChg>
      </pc:sldChg>
      <pc:sldChg chg="addSp delSp modSp add mod ord delAnim modAnim modShow modNotesTx">
        <pc:chgData name="Love Odunlami (EI)" userId="92bec0d3-9b07-46b2-8e75-f5fc2931fabe" providerId="ADAL" clId="{6A701544-C752-5863-B6D2-E6AED7D33888}" dt="2026-02-27T18:41:39.589" v="7057" actId="20577"/>
        <pc:sldMkLst>
          <pc:docMk/>
          <pc:sldMk cId="984128631" sldId="267"/>
        </pc:sldMkLst>
        <pc:spChg chg="mod">
          <ac:chgData name="Love Odunlami (EI)" userId="92bec0d3-9b07-46b2-8e75-f5fc2931fabe" providerId="ADAL" clId="{6A701544-C752-5863-B6D2-E6AED7D33888}" dt="2026-02-08T17:21:20.977" v="4142" actId="20577"/>
          <ac:spMkLst>
            <pc:docMk/>
            <pc:sldMk cId="984128631" sldId="267"/>
            <ac:spMk id="2" creationId="{83FC1107-F209-DFBC-A15E-55B8D1D9A676}"/>
          </ac:spMkLst>
        </pc:spChg>
        <pc:spChg chg="mod">
          <ac:chgData name="Love Odunlami (EI)" userId="92bec0d3-9b07-46b2-8e75-f5fc2931fabe" providerId="ADAL" clId="{6A701544-C752-5863-B6D2-E6AED7D33888}" dt="2026-02-27T18:41:39.589" v="7057" actId="20577"/>
          <ac:spMkLst>
            <pc:docMk/>
            <pc:sldMk cId="984128631" sldId="267"/>
            <ac:spMk id="3" creationId="{894E9688-5B16-70D1-898C-64A34221CFA1}"/>
          </ac:spMkLst>
        </pc:spChg>
        <pc:spChg chg="add mod">
          <ac:chgData name="Love Odunlami (EI)" userId="92bec0d3-9b07-46b2-8e75-f5fc2931fabe" providerId="ADAL" clId="{6A701544-C752-5863-B6D2-E6AED7D33888}" dt="2026-02-07T17:26:37.994" v="1268"/>
          <ac:spMkLst>
            <pc:docMk/>
            <pc:sldMk cId="984128631" sldId="267"/>
            <ac:spMk id="6" creationId="{B2800054-B8C5-55BE-DEF4-0C2232FC256F}"/>
          </ac:spMkLst>
        </pc:spChg>
      </pc:sldChg>
      <pc:sldChg chg="addSp delSp modSp add mod modTransition delAnim modAnim">
        <pc:chgData name="Love Odunlami (EI)" userId="92bec0d3-9b07-46b2-8e75-f5fc2931fabe" providerId="ADAL" clId="{6A701544-C752-5863-B6D2-E6AED7D33888}" dt="2026-02-25T11:18:26.894" v="6981" actId="478"/>
        <pc:sldMkLst>
          <pc:docMk/>
          <pc:sldMk cId="3784909257" sldId="268"/>
        </pc:sldMkLst>
        <pc:spChg chg="mod">
          <ac:chgData name="Love Odunlami (EI)" userId="92bec0d3-9b07-46b2-8e75-f5fc2931fabe" providerId="ADAL" clId="{6A701544-C752-5863-B6D2-E6AED7D33888}" dt="2026-02-07T17:41:09.876" v="1511" actId="1076"/>
          <ac:spMkLst>
            <pc:docMk/>
            <pc:sldMk cId="3784909257" sldId="268"/>
            <ac:spMk id="6" creationId="{FF3B3DF0-D297-9A24-58EF-1FC71A5F3513}"/>
          </ac:spMkLst>
        </pc:spChg>
      </pc:sldChg>
      <pc:sldChg chg="addSp delSp modSp add mod ord delAnim modShow">
        <pc:chgData name="Love Odunlami (EI)" userId="92bec0d3-9b07-46b2-8e75-f5fc2931fabe" providerId="ADAL" clId="{6A701544-C752-5863-B6D2-E6AED7D33888}" dt="2026-02-25T11:18:41.164" v="6988" actId="478"/>
        <pc:sldMkLst>
          <pc:docMk/>
          <pc:sldMk cId="1746385883" sldId="269"/>
        </pc:sldMkLst>
        <pc:spChg chg="mod">
          <ac:chgData name="Love Odunlami (EI)" userId="92bec0d3-9b07-46b2-8e75-f5fc2931fabe" providerId="ADAL" clId="{6A701544-C752-5863-B6D2-E6AED7D33888}" dt="2026-02-14T09:32:12.186" v="4765" actId="20577"/>
          <ac:spMkLst>
            <pc:docMk/>
            <pc:sldMk cId="1746385883" sldId="269"/>
            <ac:spMk id="7" creationId="{369169B4-4C87-0B5C-571D-14A202B63135}"/>
          </ac:spMkLst>
        </pc:spChg>
      </pc:sldChg>
      <pc:sldChg chg="addSp delSp modSp add mod ord delAnim">
        <pc:chgData name="Love Odunlami (EI)" userId="92bec0d3-9b07-46b2-8e75-f5fc2931fabe" providerId="ADAL" clId="{6A701544-C752-5863-B6D2-E6AED7D33888}" dt="2026-02-25T11:18:44.202" v="6990" actId="478"/>
        <pc:sldMkLst>
          <pc:docMk/>
          <pc:sldMk cId="1749575077" sldId="270"/>
        </pc:sldMkLst>
        <pc:spChg chg="mod">
          <ac:chgData name="Love Odunlami (EI)" userId="92bec0d3-9b07-46b2-8e75-f5fc2931fabe" providerId="ADAL" clId="{6A701544-C752-5863-B6D2-E6AED7D33888}" dt="2026-02-16T21:33:35.703" v="5347" actId="20577"/>
          <ac:spMkLst>
            <pc:docMk/>
            <pc:sldMk cId="1749575077" sldId="270"/>
            <ac:spMk id="8" creationId="{EBF63EF8-B237-3C2F-1F09-6A91807A3AF8}"/>
          </ac:spMkLst>
        </pc:spChg>
      </pc:sldChg>
      <pc:sldChg chg="addSp delSp modSp add mod modTransition delAnim modAnim">
        <pc:chgData name="Love Odunlami (EI)" userId="92bec0d3-9b07-46b2-8e75-f5fc2931fabe" providerId="ADAL" clId="{6A701544-C752-5863-B6D2-E6AED7D33888}" dt="2026-02-25T11:18:33.535" v="6984" actId="478"/>
        <pc:sldMkLst>
          <pc:docMk/>
          <pc:sldMk cId="1067312003" sldId="271"/>
        </pc:sldMkLst>
        <pc:spChg chg="mod">
          <ac:chgData name="Love Odunlami (EI)" userId="92bec0d3-9b07-46b2-8e75-f5fc2931fabe" providerId="ADAL" clId="{6A701544-C752-5863-B6D2-E6AED7D33888}" dt="2026-02-07T18:31:04.792" v="2612" actId="20577"/>
          <ac:spMkLst>
            <pc:docMk/>
            <pc:sldMk cId="1067312003" sldId="271"/>
            <ac:spMk id="2" creationId="{595D0D9F-3271-E986-2A32-63DAC28BDDDD}"/>
          </ac:spMkLst>
        </pc:spChg>
        <pc:spChg chg="mod">
          <ac:chgData name="Love Odunlami (EI)" userId="92bec0d3-9b07-46b2-8e75-f5fc2931fabe" providerId="ADAL" clId="{6A701544-C752-5863-B6D2-E6AED7D33888}" dt="2026-02-17T17:19:00.313" v="5532" actId="20578"/>
          <ac:spMkLst>
            <pc:docMk/>
            <pc:sldMk cId="1067312003" sldId="271"/>
            <ac:spMk id="3" creationId="{012BD28F-5DAD-B8CB-4766-90CF860AC400}"/>
          </ac:spMkLst>
        </pc:spChg>
      </pc:sldChg>
      <pc:sldChg chg="addSp delSp modSp add mod modTransition delAnim modAnim modNotesTx">
        <pc:chgData name="Love Odunlami (EI)" userId="92bec0d3-9b07-46b2-8e75-f5fc2931fabe" providerId="ADAL" clId="{6A701544-C752-5863-B6D2-E6AED7D33888}" dt="2026-02-25T11:18:39.597" v="6987" actId="478"/>
        <pc:sldMkLst>
          <pc:docMk/>
          <pc:sldMk cId="3309287821" sldId="272"/>
        </pc:sldMkLst>
        <pc:spChg chg="mod">
          <ac:chgData name="Love Odunlami (EI)" userId="92bec0d3-9b07-46b2-8e75-f5fc2931fabe" providerId="ADAL" clId="{6A701544-C752-5863-B6D2-E6AED7D33888}" dt="2026-02-07T18:47:00.812" v="3642" actId="20577"/>
          <ac:spMkLst>
            <pc:docMk/>
            <pc:sldMk cId="3309287821" sldId="272"/>
            <ac:spMk id="2" creationId="{6B18A46C-9546-3AE3-3DC0-3CBF11C0310E}"/>
          </ac:spMkLst>
        </pc:spChg>
        <pc:spChg chg="mod">
          <ac:chgData name="Love Odunlami (EI)" userId="92bec0d3-9b07-46b2-8e75-f5fc2931fabe" providerId="ADAL" clId="{6A701544-C752-5863-B6D2-E6AED7D33888}" dt="2026-02-07T18:51:20.271" v="3939" actId="20577"/>
          <ac:spMkLst>
            <pc:docMk/>
            <pc:sldMk cId="3309287821" sldId="272"/>
            <ac:spMk id="3" creationId="{9BDA8356-A90C-1F9C-5260-CADF3434420F}"/>
          </ac:spMkLst>
        </pc:spChg>
      </pc:sldChg>
      <pc:sldChg chg="addSp delSp modSp add mod ord delAnim">
        <pc:chgData name="Love Odunlami (EI)" userId="92bec0d3-9b07-46b2-8e75-f5fc2931fabe" providerId="ADAL" clId="{6A701544-C752-5863-B6D2-E6AED7D33888}" dt="2026-02-25T11:18:46.832" v="6992" actId="478"/>
        <pc:sldMkLst>
          <pc:docMk/>
          <pc:sldMk cId="2215793407" sldId="273"/>
        </pc:sldMkLst>
        <pc:spChg chg="mod">
          <ac:chgData name="Love Odunlami (EI)" userId="92bec0d3-9b07-46b2-8e75-f5fc2931fabe" providerId="ADAL" clId="{6A701544-C752-5863-B6D2-E6AED7D33888}" dt="2026-02-14T11:33:56.521" v="5050" actId="5793"/>
          <ac:spMkLst>
            <pc:docMk/>
            <pc:sldMk cId="2215793407" sldId="273"/>
            <ac:spMk id="8" creationId="{FC774539-271C-845A-AC9C-65084F15C0B0}"/>
          </ac:spMkLst>
        </pc:spChg>
      </pc:sldChg>
      <pc:sldChg chg="addSp delSp modSp add mod modAnim modShow">
        <pc:chgData name="Love Odunlami (EI)" userId="92bec0d3-9b07-46b2-8e75-f5fc2931fabe" providerId="ADAL" clId="{6A701544-C752-5863-B6D2-E6AED7D33888}" dt="2026-02-24T21:35:52.388" v="6978"/>
        <pc:sldMkLst>
          <pc:docMk/>
          <pc:sldMk cId="2586245220" sldId="274"/>
        </pc:sldMkLst>
        <pc:spChg chg="mod">
          <ac:chgData name="Love Odunlami (EI)" userId="92bec0d3-9b07-46b2-8e75-f5fc2931fabe" providerId="ADAL" clId="{6A701544-C752-5863-B6D2-E6AED7D33888}" dt="2026-02-24T19:46:27.026" v="5585" actId="20577"/>
          <ac:spMkLst>
            <pc:docMk/>
            <pc:sldMk cId="2586245220" sldId="274"/>
            <ac:spMk id="2" creationId="{927DD4DA-0986-5973-4FD0-8145FF4E3AB7}"/>
          </ac:spMkLst>
        </pc:spChg>
        <pc:spChg chg="mod">
          <ac:chgData name="Love Odunlami (EI)" userId="92bec0d3-9b07-46b2-8e75-f5fc2931fabe" providerId="ADAL" clId="{6A701544-C752-5863-B6D2-E6AED7D33888}" dt="2026-02-24T19:46:20.279" v="5571" actId="1076"/>
          <ac:spMkLst>
            <pc:docMk/>
            <pc:sldMk cId="2586245220" sldId="274"/>
            <ac:spMk id="5" creationId="{D22615EB-E71C-7690-7D98-5BB64AC8AFD1}"/>
          </ac:spMkLst>
        </pc:spChg>
        <pc:spChg chg="add mod">
          <ac:chgData name="Love Odunlami (EI)" userId="92bec0d3-9b07-46b2-8e75-f5fc2931fabe" providerId="ADAL" clId="{6A701544-C752-5863-B6D2-E6AED7D33888}" dt="2026-02-24T21:23:43.808" v="6767" actId="1035"/>
          <ac:spMkLst>
            <pc:docMk/>
            <pc:sldMk cId="2586245220" sldId="274"/>
            <ac:spMk id="8" creationId="{40B958EE-8FAC-5B24-CA67-781FABC60257}"/>
          </ac:spMkLst>
        </pc:spChg>
        <pc:spChg chg="add mod">
          <ac:chgData name="Love Odunlami (EI)" userId="92bec0d3-9b07-46b2-8e75-f5fc2931fabe" providerId="ADAL" clId="{6A701544-C752-5863-B6D2-E6AED7D33888}" dt="2026-02-24T21:19:24.124" v="6746" actId="1076"/>
          <ac:spMkLst>
            <pc:docMk/>
            <pc:sldMk cId="2586245220" sldId="274"/>
            <ac:spMk id="10" creationId="{48B7FADD-2A77-D481-B07E-BCC149740345}"/>
          </ac:spMkLst>
        </pc:spChg>
        <pc:spChg chg="add mod">
          <ac:chgData name="Love Odunlami (EI)" userId="92bec0d3-9b07-46b2-8e75-f5fc2931fabe" providerId="ADAL" clId="{6A701544-C752-5863-B6D2-E6AED7D33888}" dt="2026-02-24T21:12:56.721" v="6726" actId="1076"/>
          <ac:spMkLst>
            <pc:docMk/>
            <pc:sldMk cId="2586245220" sldId="274"/>
            <ac:spMk id="12" creationId="{7097B605-8D25-934F-A1F8-ADD1353808D8}"/>
          </ac:spMkLst>
        </pc:spChg>
        <pc:spChg chg="add mod">
          <ac:chgData name="Love Odunlami (EI)" userId="92bec0d3-9b07-46b2-8e75-f5fc2931fabe" providerId="ADAL" clId="{6A701544-C752-5863-B6D2-E6AED7D33888}" dt="2026-02-24T21:35:35.850" v="6977" actId="1076"/>
          <ac:spMkLst>
            <pc:docMk/>
            <pc:sldMk cId="2586245220" sldId="274"/>
            <ac:spMk id="20" creationId="{CDB08434-FE4B-3904-2CC2-0031C7388C27}"/>
          </ac:spMkLst>
        </pc:spChg>
        <pc:graphicFrameChg chg="add mod modGraphic">
          <ac:chgData name="Love Odunlami (EI)" userId="92bec0d3-9b07-46b2-8e75-f5fc2931fabe" providerId="ADAL" clId="{6A701544-C752-5863-B6D2-E6AED7D33888}" dt="2026-02-24T21:23:43.808" v="6767" actId="1035"/>
          <ac:graphicFrameMkLst>
            <pc:docMk/>
            <pc:sldMk cId="2586245220" sldId="274"/>
            <ac:graphicFrameMk id="4" creationId="{C0AC4BC5-F1FD-E708-65C6-11534929FEB9}"/>
          </ac:graphicFrameMkLst>
        </pc:graphicFrameChg>
        <pc:picChg chg="add mod">
          <ac:chgData name="Love Odunlami (EI)" userId="92bec0d3-9b07-46b2-8e75-f5fc2931fabe" providerId="ADAL" clId="{6A701544-C752-5863-B6D2-E6AED7D33888}" dt="2026-02-24T21:23:31.168" v="6764" actId="1076"/>
          <ac:picMkLst>
            <pc:docMk/>
            <pc:sldMk cId="2586245220" sldId="274"/>
            <ac:picMk id="19" creationId="{9CC2DB0F-FA66-2CB8-24EE-6DEE77E928B8}"/>
          </ac:picMkLst>
        </pc:picChg>
        <pc:picChg chg="add mod">
          <ac:chgData name="Love Odunlami (EI)" userId="92bec0d3-9b07-46b2-8e75-f5fc2931fabe" providerId="ADAL" clId="{6A701544-C752-5863-B6D2-E6AED7D33888}" dt="2026-02-24T21:23:24.888" v="6763" actId="1076"/>
          <ac:picMkLst>
            <pc:docMk/>
            <pc:sldMk cId="2586245220" sldId="274"/>
            <ac:picMk id="1026" creationId="{43664D2F-9E11-F84C-961F-5517E562ABA8}"/>
          </ac:picMkLst>
        </pc:picChg>
      </pc:sldChg>
      <pc:sldChg chg="addSp delSp modSp add del mod ord modShow">
        <pc:chgData name="Love Odunlami (EI)" userId="92bec0d3-9b07-46b2-8e75-f5fc2931fabe" providerId="ADAL" clId="{6A701544-C752-5863-B6D2-E6AED7D33888}" dt="2026-02-27T18:42:24.166" v="7058" actId="2696"/>
        <pc:sldMkLst>
          <pc:docMk/>
          <pc:sldMk cId="1146235912" sldId="275"/>
        </pc:sldMkLst>
        <pc:spChg chg="mod">
          <ac:chgData name="Love Odunlami (EI)" userId="92bec0d3-9b07-46b2-8e75-f5fc2931fabe" providerId="ADAL" clId="{6A701544-C752-5863-B6D2-E6AED7D33888}" dt="2026-02-24T19:52:24.774" v="5680" actId="20577"/>
          <ac:spMkLst>
            <pc:docMk/>
            <pc:sldMk cId="1146235912" sldId="275"/>
            <ac:spMk id="2" creationId="{DA397C39-63BD-0FC0-E859-5558A2066B5B}"/>
          </ac:spMkLst>
        </pc:spChg>
        <pc:spChg chg="add mod">
          <ac:chgData name="Love Odunlami (EI)" userId="92bec0d3-9b07-46b2-8e75-f5fc2931fabe" providerId="ADAL" clId="{6A701544-C752-5863-B6D2-E6AED7D33888}" dt="2026-02-24T20:43:20.874" v="5945" actId="20577"/>
          <ac:spMkLst>
            <pc:docMk/>
            <pc:sldMk cId="1146235912" sldId="275"/>
            <ac:spMk id="7" creationId="{77DEE41A-ED5E-33C4-DFCC-CDD344B744B9}"/>
          </ac:spMkLst>
        </pc:spChg>
      </pc:sldChg>
      <pc:sldChg chg="modSp add mod ord modAnim modNotesTx">
        <pc:chgData name="Love Odunlami (EI)" userId="92bec0d3-9b07-46b2-8e75-f5fc2931fabe" providerId="ADAL" clId="{6A701544-C752-5863-B6D2-E6AED7D33888}" dt="2026-02-25T11:19:06.369" v="6997" actId="20578"/>
        <pc:sldMkLst>
          <pc:docMk/>
          <pc:sldMk cId="2361495175" sldId="276"/>
        </pc:sldMkLst>
        <pc:spChg chg="mod">
          <ac:chgData name="Love Odunlami (EI)" userId="92bec0d3-9b07-46b2-8e75-f5fc2931fabe" providerId="ADAL" clId="{6A701544-C752-5863-B6D2-E6AED7D33888}" dt="2026-02-24T21:30:54.440" v="6950" actId="20577"/>
          <ac:spMkLst>
            <pc:docMk/>
            <pc:sldMk cId="2361495175" sldId="276"/>
            <ac:spMk id="2" creationId="{CEC3FAAC-8AF1-206A-694D-C6F23F33E3B7}"/>
          </ac:spMkLst>
        </pc:spChg>
        <pc:spChg chg="mod">
          <ac:chgData name="Love Odunlami (EI)" userId="92bec0d3-9b07-46b2-8e75-f5fc2931fabe" providerId="ADAL" clId="{6A701544-C752-5863-B6D2-E6AED7D33888}" dt="2026-02-24T21:29:47.777" v="6925" actId="20577"/>
          <ac:spMkLst>
            <pc:docMk/>
            <pc:sldMk cId="2361495175" sldId="276"/>
            <ac:spMk id="7" creationId="{EA7B4514-8F6E-73EC-EB62-B10CA917C409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7340F0-CC66-694C-AFFB-7D630D86BAFE}" type="datetimeFigureOut">
              <a:rPr lang="en-US" smtClean="0"/>
              <a:t>2/27/26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80823A-29E4-3B4C-800A-A145433E40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17598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80823A-29E4-3B4C-800A-A145433E404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72256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Type of analysis: Get the function of gene by blasting -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80823A-29E4-3B4C-800A-A145433E404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719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80823A-29E4-3B4C-800A-A145433E404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63493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GFF: General feature format</a:t>
            </a:r>
          </a:p>
          <a:p>
            <a:r>
              <a:rPr lang="en-US" dirty="0"/>
              <a:t>GTF: General transfer format</a:t>
            </a:r>
          </a:p>
          <a:p>
            <a:r>
              <a:rPr lang="en-US" dirty="0"/>
              <a:t>VCF: Variant calling format</a:t>
            </a:r>
          </a:p>
          <a:p>
            <a:r>
              <a:rPr lang="en-US" dirty="0"/>
              <a:t>SAM: sequence alignment map</a:t>
            </a:r>
          </a:p>
          <a:p>
            <a:r>
              <a:rPr lang="en-US" dirty="0"/>
              <a:t>BAM: Binary alignment map </a:t>
            </a:r>
          </a:p>
          <a:p>
            <a:r>
              <a:rPr lang="en-US" dirty="0"/>
              <a:t>BED: Browser extensible data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80823A-29E4-3B4C-800A-A145433E404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262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After running the quality check a summary text will be generated. This text is a good way to know if the sequence passed quality check.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80823A-29E4-3B4C-800A-A145433E404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6798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The path copied on a windows uses backslashes to separate folders.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80823A-29E4-3B4C-800A-A145433E4041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2660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file path tells the computer exactly where to find something. </a:t>
            </a:r>
          </a:p>
          <a:p>
            <a:endParaRPr lang="en-US" dirty="0"/>
          </a:p>
          <a:p>
            <a:r>
              <a:rPr lang="en-US" dirty="0"/>
              <a:t>Chart the course to the closest beach from where I am standing – relative path </a:t>
            </a:r>
          </a:p>
          <a:p>
            <a:r>
              <a:rPr lang="en-US" dirty="0"/>
              <a:t>Chart the course to the same beach from your home – this ensure that you’ll always get to the beach and anyone can use the path from your house to get to the beach. – absolute path. </a:t>
            </a:r>
          </a:p>
          <a:p>
            <a:endParaRPr lang="en-US" dirty="0"/>
          </a:p>
          <a:p>
            <a:r>
              <a:rPr lang="en-US" dirty="0"/>
              <a:t>When writing scripts always use the full path because its safer and more reproducible.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80823A-29E4-3B4C-800A-A145433E4041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50737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6562C1-A118-4C50-B266-1BF8CF2F23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6DF771-9BFC-5935-7577-E08F480E40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73B991-7AEB-9B9A-7E46-19A69FFE4B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D627A-EAA3-C444-AC48-CD2B678C7043}" type="datetime1">
              <a:rPr lang="en-GB" smtClean="0"/>
              <a:t>27/02/2026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20BF24-DA96-CC0E-BF28-99CF227BAC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524F3E-44B3-2181-BA04-048A4A5FC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8B392-A47D-8640-B354-96308D2DF6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6323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CEEA05-9868-4C95-4921-56D3A50326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2E63E5-6554-67FD-EAB8-508CA14016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2D9377-76A5-5DF9-B8DB-3AEBFFEC06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1A71C-36DF-4343-82FC-8100A130D764}" type="datetime1">
              <a:rPr lang="en-GB" smtClean="0"/>
              <a:t>27/02/2026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BC7527-E6E5-F02D-ABFB-CFC757164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64680A-2EC3-FD8B-7CF8-9695F5FB1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8B392-A47D-8640-B354-96308D2DF6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8507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74EF8-8349-00A0-598D-26FD22CBBC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BD7598-A640-87CB-91D1-7E86FBE79C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27C201-A806-4A4A-11A4-5E5FBD91D3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90B4D-46EA-5544-A44E-2AC5724EEC08}" type="datetime1">
              <a:rPr lang="en-GB" smtClean="0"/>
              <a:t>27/02/2026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CDA4DB-5FF2-AFA6-521C-386BE74DF5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360A89-2742-E570-589F-410E6BD62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8B392-A47D-8640-B354-96308D2DF6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25914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16AB26-A72B-311F-06A9-CCBFB052D6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596480-C920-F8A9-1E73-4A6CD799D6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1FD0CD-6B75-187C-3268-0BA7B76850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F83EF4-8737-A97F-CFAF-90ACD4106A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72B8DB-94C1-D640-A761-45333095D1F7}" type="datetime1">
              <a:rPr lang="en-GB" smtClean="0"/>
              <a:t>27/02/2026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6E1556-6ACD-F895-E4DC-432A1B1A6B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30E472-D939-72DC-9A15-E01F5CA84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8B392-A47D-8640-B354-96308D2DF6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2807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5A967-AD93-1CC5-B964-636281C91E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9490AC-E168-6006-0D25-9687159EEE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6BA5B8-994F-C3E2-1443-8620C0DDF2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D5DF9F-B821-7666-6771-ECCF0371FB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D44D50-29C6-7628-5A48-A312482B3C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8FB94E8-EF7E-8903-B9FE-2C1F331D9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984C5-3119-FB42-ABCF-40EDAAF26625}" type="datetime1">
              <a:rPr lang="en-GB" smtClean="0"/>
              <a:t>27/02/2026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2E5605-663C-9375-ECA7-556AB3DAF7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A74B43-969E-8BCC-9CA8-20FDFBFE2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8B392-A47D-8640-B354-96308D2DF6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889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BFDBF7-508B-2E2F-DD6C-5C3A101DF1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1AD4F0-4E9E-B899-8E95-2E1EE4E8B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8F923-63AE-5F43-AB35-36C9FEDCD587}" type="datetime1">
              <a:rPr lang="en-GB" smtClean="0"/>
              <a:t>27/02/2026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8CF0AA-EA32-587A-9B94-387993D426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7549F3-59E9-E5BC-1789-966EF0D57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8B392-A47D-8640-B354-96308D2DF6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65642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14993C-FFFB-8007-0098-7B8725AFB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D95B0-EC39-D049-9CAB-BF9FDA13B865}" type="datetime1">
              <a:rPr lang="en-GB" smtClean="0"/>
              <a:t>27/02/2026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C19927F-B4EA-FA76-9CEA-40406D913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D9AE11-373D-4122-86E9-0615F0484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8B392-A47D-8640-B354-96308D2DF6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974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10A22B-A558-CBF0-356B-726B8C9EBF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6DB580-5F67-637A-0536-FB698CE669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F08480-00AE-E8C9-2C3C-451DFD488F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093C72-9A1F-D9A7-58B0-FB5172AC4F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A2CCF0-7888-7A4A-9AFD-09C1C22C042B}" type="datetime1">
              <a:rPr lang="en-GB" smtClean="0"/>
              <a:t>27/02/2026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A5D4C2-0D7B-336F-9A42-C495C4FF78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D1EF3B-AE99-C84C-BC40-5B1FA79E8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8B392-A47D-8640-B354-96308D2DF6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2602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CC64F-CADA-FE56-23F6-473F37534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5E7112B-7923-1AF8-7AD7-2909E88CEE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32C300-3B4A-BB31-F48D-C9AEB384A0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E616A4-AE06-41DB-CA35-DFA3FFD3D2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CD9B0-701D-644C-81DD-FA79202ED7A7}" type="datetime1">
              <a:rPr lang="en-GB" smtClean="0"/>
              <a:t>27/02/2026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68CEE9-D39B-016A-BD60-9FEFE2E49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E8716D-2BAF-3B4F-1B5B-00567DE87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8B392-A47D-8640-B354-96308D2DF6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332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53A401-74A2-0F27-18FB-D2C16D6B60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7BDB90-04C3-E2B1-C880-14CEE7C631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49878-50EF-9C44-9E44-810CA4E22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173A7-5181-4448-949F-DDB9A3D0C28B}" type="datetime1">
              <a:rPr lang="en-GB" smtClean="0"/>
              <a:t>27/02/2026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C4445C-A380-8B24-270E-17507D60CD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784A9A-D956-EDDB-44AD-B6601D7D1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8B392-A47D-8640-B354-96308D2DF6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0013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22DC11F-13EB-6153-C5B9-0446E81411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FCF4EA-D1BE-96DE-B02C-4B60F5E0E9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36C767-BC2C-220B-BA47-172D79A8C8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D4259-1024-4145-BC3B-7337D0849882}" type="datetime1">
              <a:rPr lang="en-GB" smtClean="0"/>
              <a:t>27/02/2026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A7EB92-BD21-A920-AF22-945A51644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AA858C-4E07-3483-A21F-E582F5364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8B392-A47D-8640-B354-96308D2DF6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1496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BC39F2-4C74-2FCF-29A1-4B9007E6CA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E9C6CB-3CDD-6225-DB8E-AF2158E159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1D8ECE-CE01-C101-FA22-69C51888C8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C94099-AE6A-5444-A807-1E90C0A11ED8}" type="datetime1">
              <a:rPr lang="en-GB" smtClean="0"/>
              <a:t>27/02/2026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21A4DB-1B97-A6E8-47EC-6AB9EF654D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898274-A2FD-F938-FD27-857EE6D0AE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78B392-A47D-8640-B354-96308D2DF6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2429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tinyurl.com/456str2s" TargetMode="External"/><Relationship Id="rId2" Type="http://schemas.openxmlformats.org/officeDocument/2006/relationships/hyperlink" Target="https://tinyurl.com/22s653hs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atacarpentry.github.io/wrangling-genomics/instructor/aio.html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1CD5335-B3A0-3291-1A75-7C5935D62BFC}"/>
              </a:ext>
            </a:extLst>
          </p:cNvPr>
          <p:cNvSpPr>
            <a:spLocks/>
          </p:cNvSpPr>
          <p:nvPr/>
        </p:nvSpPr>
        <p:spPr>
          <a:xfrm>
            <a:off x="0" y="0"/>
            <a:ext cx="12192000" cy="466898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cap="rnd">
            <a:noFill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ABCA3D1-4564-4150-A826-C9BC548972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490951"/>
            <a:ext cx="9144000" cy="1019011"/>
          </a:xfrm>
        </p:spPr>
        <p:txBody>
          <a:bodyPr>
            <a:normAutofit fontScale="90000"/>
          </a:bodyPr>
          <a:lstStyle/>
          <a:p>
            <a:r>
              <a:rPr lang="en-US" sz="4800" dirty="0"/>
              <a:t>Genomic Data Preprocessing:</a:t>
            </a:r>
            <a:br>
              <a:rPr lang="en-US" sz="4800" dirty="0"/>
            </a:br>
            <a:r>
              <a:rPr lang="en-US" sz="3600" dirty="0"/>
              <a:t>Understanding file formats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87CCDF-E13B-B97B-146D-C1EEE3C8B06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Love Odunlami</a:t>
            </a:r>
          </a:p>
          <a:p>
            <a:r>
              <a:rPr lang="en-US" dirty="0"/>
              <a:t>PhD Researcher at Earlham Institute</a:t>
            </a:r>
          </a:p>
        </p:txBody>
      </p:sp>
    </p:spTree>
    <p:extLst>
      <p:ext uri="{BB962C8B-B14F-4D97-AF65-F5344CB8AC3E}">
        <p14:creationId xmlns:p14="http://schemas.microsoft.com/office/powerpoint/2010/main" val="38822787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525"/>
    </mc:Choice>
    <mc:Fallback xmlns="">
      <p:transition spd="slow" advTm="13525"/>
    </mc:Fallback>
  </mc:AlternateContent>
  <p:extLst>
    <p:ext uri="{3A86A75C-4F4B-4683-9AE1-C65F6400EC91}">
      <p14:laserTraceLst xmlns:p14="http://schemas.microsoft.com/office/powerpoint/2010/main">
        <p14:tracePtLst>
          <p14:tracePt t="11298" x="6240463" y="1385888"/>
          <p14:tracePt t="11312" x="6523038" y="2900363"/>
          <p14:tracePt t="11320" x="6708775" y="3795713"/>
        </p14:tracePtLst>
      </p14:laserTraceLst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7DF95E5-424D-46F4-9211-1B64ED6FA1AD}"/>
              </a:ext>
            </a:extLst>
          </p:cNvPr>
          <p:cNvSpPr>
            <a:spLocks/>
          </p:cNvSpPr>
          <p:nvPr/>
        </p:nvSpPr>
        <p:spPr>
          <a:xfrm>
            <a:off x="0" y="0"/>
            <a:ext cx="12192000" cy="134532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cap="rnd">
            <a:noFill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AAE643-5714-4088-ACBF-02A0CFE6F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7307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Outline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17FDB7C-8ADE-7394-2CEF-143DA2F26128}"/>
              </a:ext>
            </a:extLst>
          </p:cNvPr>
          <p:cNvSpPr/>
          <p:nvPr/>
        </p:nvSpPr>
        <p:spPr>
          <a:xfrm>
            <a:off x="401782" y="1953490"/>
            <a:ext cx="3228109" cy="3477491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>
                <a:solidFill>
                  <a:schemeClr val="tx1"/>
                </a:solidFill>
              </a:rPr>
              <a:t>Genomic File Formats</a:t>
            </a:r>
          </a:p>
          <a:p>
            <a:pPr algn="ctr"/>
            <a:r>
              <a:rPr lang="en-US" sz="2200" dirty="0">
                <a:solidFill>
                  <a:schemeClr val="tx1"/>
                </a:solidFill>
              </a:rPr>
              <a:t>FASTA, FASTQ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6935EDD8-D6CD-1143-6A95-A59F9D47E474}"/>
              </a:ext>
            </a:extLst>
          </p:cNvPr>
          <p:cNvSpPr/>
          <p:nvPr/>
        </p:nvSpPr>
        <p:spPr>
          <a:xfrm>
            <a:off x="4426527" y="1953490"/>
            <a:ext cx="3228109" cy="3477491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Importance of read quality in bioinformatics analysis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896717B9-E6F9-0CCE-4581-3F3DC515ED13}"/>
              </a:ext>
            </a:extLst>
          </p:cNvPr>
          <p:cNvSpPr/>
          <p:nvPr/>
        </p:nvSpPr>
        <p:spPr>
          <a:xfrm>
            <a:off x="8451273" y="1953491"/>
            <a:ext cx="3228109" cy="3477491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>
                <a:solidFill>
                  <a:schemeClr val="tx1"/>
                </a:solidFill>
              </a:rPr>
              <a:t>Bash Basics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0E3C579-5168-5379-10C7-83377D91C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8B392-A47D-8640-B354-96308D2DF62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723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1738"/>
    </mc:Choice>
    <mc:Fallback xmlns="">
      <p:transition spd="slow" advTm="21738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D0E0E6-D712-E21F-FBFF-E0A38CBDC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F3B3DF0-D297-9A24-58EF-1FC71A5F3513}"/>
              </a:ext>
            </a:extLst>
          </p:cNvPr>
          <p:cNvSpPr/>
          <p:nvPr/>
        </p:nvSpPr>
        <p:spPr>
          <a:xfrm>
            <a:off x="567956" y="1690254"/>
            <a:ext cx="11056088" cy="3477491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Genomic File Formats</a:t>
            </a:r>
          </a:p>
          <a:p>
            <a:pPr algn="ctr"/>
            <a:r>
              <a:rPr lang="en-US" sz="2800" dirty="0">
                <a:solidFill>
                  <a:schemeClr val="tx1"/>
                </a:solidFill>
              </a:rPr>
              <a:t>FASTA, FASTQ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A2F15063-281A-154A-903C-1A0DD94FF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8B392-A47D-8640-B354-96308D2DF62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909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762"/>
    </mc:Choice>
    <mc:Fallback xmlns="">
      <p:transition spd="slow" advTm="14762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397CF4-0FBC-E5AE-7335-0AE0DC4042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B467E2B-0726-4E95-6222-00E64DE8A9C3}"/>
              </a:ext>
            </a:extLst>
          </p:cNvPr>
          <p:cNvSpPr>
            <a:spLocks/>
          </p:cNvSpPr>
          <p:nvPr/>
        </p:nvSpPr>
        <p:spPr>
          <a:xfrm>
            <a:off x="0" y="0"/>
            <a:ext cx="12192000" cy="134532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cap="rnd">
            <a:noFill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5C2D36-CEAB-CB3D-A239-E53C32800C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7307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Why are there different file formats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939E7F-F2E5-7BA3-742F-32DAB76C2E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Historical developments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New bioinformatic tools 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Advances in sequencing technology</a:t>
            </a:r>
          </a:p>
          <a:p>
            <a:pPr>
              <a:lnSpc>
                <a:spcPct val="150000"/>
              </a:lnSpc>
            </a:pPr>
            <a:r>
              <a:rPr lang="en-US" dirty="0"/>
              <a:t>Type of analysis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8D0FFAE-7A95-D7F6-F22D-49C3C13E3186}"/>
              </a:ext>
            </a:extLst>
          </p:cNvPr>
          <p:cNvGrpSpPr/>
          <p:nvPr/>
        </p:nvGrpSpPr>
        <p:grpSpPr>
          <a:xfrm>
            <a:off x="6443329" y="2528686"/>
            <a:ext cx="1568771" cy="1182078"/>
            <a:chOff x="7155711" y="2528686"/>
            <a:chExt cx="1568771" cy="1182078"/>
          </a:xfrm>
        </p:grpSpPr>
        <p:sp>
          <p:nvSpPr>
            <p:cNvPr id="6" name="Right Brace 5">
              <a:extLst>
                <a:ext uri="{FF2B5EF4-FFF2-40B4-BE49-F238E27FC236}">
                  <a16:creationId xmlns:a16="http://schemas.microsoft.com/office/drawing/2014/main" id="{50A75002-D8B7-8E27-6E5E-2A92CF576721}"/>
                </a:ext>
              </a:extLst>
            </p:cNvPr>
            <p:cNvSpPr/>
            <p:nvPr/>
          </p:nvSpPr>
          <p:spPr>
            <a:xfrm>
              <a:off x="7155711" y="2528686"/>
              <a:ext cx="531628" cy="1182078"/>
            </a:xfrm>
            <a:prstGeom prst="rightBrace">
              <a:avLst>
                <a:gd name="adj1" fmla="val 18333"/>
                <a:gd name="adj2" fmla="val 50000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EFAA5ED-9323-550D-52A3-C2151CCA71D2}"/>
                </a:ext>
              </a:extLst>
            </p:cNvPr>
            <p:cNvSpPr txBox="1"/>
            <p:nvPr/>
          </p:nvSpPr>
          <p:spPr>
            <a:xfrm>
              <a:off x="7687339" y="2919670"/>
              <a:ext cx="103714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Related</a:t>
              </a:r>
            </a:p>
          </p:txBody>
        </p:sp>
      </p:grp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8CB9EA7-48F9-0C4D-673D-613D83B93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8B392-A47D-8640-B354-96308D2DF629}" type="slidenum">
              <a:rPr lang="en-US" smtClean="0"/>
              <a:t>4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02289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8837"/>
    </mc:Choice>
    <mc:Fallback xmlns="">
      <p:transition spd="slow" advTm="7883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947318-0664-96EC-4251-85EA300123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D8AC426-E524-8304-0CBA-3F580B8B0081}"/>
              </a:ext>
            </a:extLst>
          </p:cNvPr>
          <p:cNvSpPr>
            <a:spLocks/>
          </p:cNvSpPr>
          <p:nvPr/>
        </p:nvSpPr>
        <p:spPr>
          <a:xfrm>
            <a:off x="0" y="0"/>
            <a:ext cx="12192000" cy="134532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cap="rnd">
            <a:noFill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4D0764-0076-0B7B-236B-DDFA98ADCF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7307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FASTA 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F45209-69C0-D4D8-1964-D5681CF5D9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Basic representation of a genetic sequence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/>
              <a:t>&gt;gene01_ hypothetical gene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/>
              <a:t>ATGCGTACGTAGCTAGCTAGCTAGCTAGCTAGCTAGCTAGCGTACGAGCTAGCTAGCTAGCTAGCTAGCT</a:t>
            </a:r>
          </a:p>
          <a:p>
            <a:pPr>
              <a:lnSpc>
                <a:spcPct val="150000"/>
              </a:lnSpc>
            </a:pPr>
            <a:r>
              <a:rPr lang="en-US" dirty="0"/>
              <a:t>A fasta file can hold DNA, RNA or protein sequences 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The extension tell you what information is contained in the file.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E68B29-8C97-4989-EB5F-C268914A43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8B392-A47D-8640-B354-96308D2DF629}" type="slidenum">
              <a:rPr lang="en-US" smtClean="0"/>
              <a:t>5</a:t>
            </a:fld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286278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1946"/>
    </mc:Choice>
    <mc:Fallback xmlns="">
      <p:transition spd="slow" advTm="11194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  <p:extLst>
    <p:ext uri="{3A86A75C-4F4B-4683-9AE1-C65F6400EC91}">
      <p14:laserTraceLst xmlns:p14="http://schemas.microsoft.com/office/powerpoint/2010/main">
        <p14:tracePtLst>
          <p14:tracePt t="485" x="4435475" y="6713538"/>
          <p14:tracePt t="496" x="4386263" y="6591300"/>
          <p14:tracePt t="504" x="4346575" y="6478588"/>
          <p14:tracePt t="511" x="4313238" y="6365875"/>
          <p14:tracePt t="518" x="4265613" y="6245225"/>
          <p14:tracePt t="526" x="4265613" y="6213475"/>
          <p14:tracePt t="535" x="4233863" y="6100763"/>
          <p14:tracePt t="543" x="4217988" y="6019800"/>
          <p14:tracePt t="551" x="4184650" y="5930900"/>
          <p14:tracePt t="560" x="4168775" y="5867400"/>
          <p14:tracePt t="568" x="4152900" y="5754688"/>
          <p14:tracePt t="576" x="4152900" y="5721350"/>
          <p14:tracePt t="585" x="4137025" y="5673725"/>
          <p14:tracePt t="593" x="4137025" y="5657850"/>
          <p14:tracePt t="601" x="4137025" y="5624513"/>
          <p14:tracePt t="610" x="4137025" y="5608638"/>
          <p14:tracePt t="618" x="4137025" y="5584825"/>
          <p14:tracePt t="626" x="4137025" y="5568950"/>
          <p14:tracePt t="634" x="4137025" y="5553075"/>
          <p14:tracePt t="24339" x="4137025" y="5535613"/>
          <p14:tracePt t="24347" x="4121150" y="5519738"/>
          <p14:tracePt t="24353" x="4103688" y="5472113"/>
          <p14:tracePt t="25376" x="201613" y="112713"/>
          <p14:tracePt t="25379" x="144463" y="96838"/>
          <p14:tracePt t="25389" x="128588" y="80963"/>
          <p14:tracePt t="25396" x="112713" y="65088"/>
          <p14:tracePt t="25404" x="96838" y="65088"/>
          <p14:tracePt t="25411" x="65088" y="47625"/>
          <p14:tracePt t="25419" x="47625" y="31750"/>
          <p14:tracePt t="25427" x="31750" y="15875"/>
          <p14:tracePt t="26010" x="96838" y="927100"/>
          <p14:tracePt t="26018" x="144463" y="1039813"/>
          <p14:tracePt t="26028" x="161925" y="1087438"/>
          <p14:tracePt t="26035" x="282575" y="1289050"/>
          <p14:tracePt t="26043" x="282575" y="1354138"/>
          <p14:tracePt t="26051" x="330200" y="1435100"/>
          <p14:tracePt t="26060" x="363538" y="1531938"/>
          <p14:tracePt t="26068" x="379413" y="1611313"/>
          <p14:tracePt t="26076" x="395288" y="1684338"/>
          <p14:tracePt t="26084" x="427038" y="1731963"/>
          <p14:tracePt t="26093" x="427038" y="1781175"/>
          <p14:tracePt t="26101" x="442913" y="1828800"/>
          <p14:tracePt t="26109" x="460375" y="1844675"/>
          <p14:tracePt t="26118" x="460375" y="1878013"/>
          <p14:tracePt t="26126" x="460375" y="1893888"/>
          <p14:tracePt t="26134" x="460375" y="1909763"/>
          <p14:tracePt t="26142" x="460375" y="1925638"/>
          <p14:tracePt t="26159" x="460375" y="1941513"/>
          <p14:tracePt t="26176" x="442913" y="1941513"/>
          <p14:tracePt t="26184" x="442913" y="1958975"/>
          <p14:tracePt t="26201" x="427038" y="1958975"/>
          <p14:tracePt t="26209" x="427038" y="1974850"/>
          <p14:tracePt t="26234" x="411163" y="1974850"/>
          <p14:tracePt t="26242" x="411163" y="1998663"/>
          <p14:tracePt t="26268" x="411163" y="2014538"/>
          <p14:tracePt t="26276" x="411163" y="2030413"/>
          <p14:tracePt t="26284" x="427038" y="2111375"/>
          <p14:tracePt t="26293" x="460375" y="2159000"/>
          <p14:tracePt t="26301" x="508000" y="2208213"/>
          <p14:tracePt t="26309" x="596900" y="2305050"/>
          <p14:tracePt t="26318" x="661988" y="2409825"/>
          <p14:tracePt t="26326" x="741363" y="2506663"/>
          <p14:tracePt t="26334" x="854075" y="2651125"/>
          <p14:tracePt t="26343" x="935038" y="2755900"/>
          <p14:tracePt t="26351" x="992188" y="2805113"/>
          <p14:tracePt t="26359" x="1073150" y="2884488"/>
          <p14:tracePt t="26368" x="1120775" y="2981325"/>
          <p14:tracePt t="26376" x="1169988" y="3030538"/>
          <p14:tracePt t="26385" x="1201738" y="3086100"/>
          <p14:tracePt t="26393" x="1217613" y="3119438"/>
          <p14:tracePt t="27418" x="460375" y="1828800"/>
          <p14:tracePt t="27429" x="442913" y="1812925"/>
          <p14:tracePt t="27467" x="442913" y="1797050"/>
          <p14:tracePt t="27493" x="427038" y="1797050"/>
          <p14:tracePt t="27513" x="427038" y="1781175"/>
          <p14:tracePt t="27545" x="427038" y="1765300"/>
          <p14:tracePt t="27576" x="427038" y="1749425"/>
          <p14:tracePt t="27584" x="411163" y="1749425"/>
          <p14:tracePt t="27601" x="411163" y="1731963"/>
          <p14:tracePt t="27609" x="411163" y="1716088"/>
          <p14:tracePt t="27631" x="395288" y="1716088"/>
          <p14:tracePt t="27639" x="395288" y="1700213"/>
          <p14:tracePt t="27718" x="395288" y="1716088"/>
          <p14:tracePt t="27726" x="395288" y="1749425"/>
          <p14:tracePt t="27734" x="395288" y="1797050"/>
          <p14:tracePt t="27743" x="395288" y="1828800"/>
          <p14:tracePt t="27751" x="395288" y="1925638"/>
          <p14:tracePt t="27759" x="395288" y="1958975"/>
          <p14:tracePt t="27768" x="395288" y="2030413"/>
          <p14:tracePt t="27776" x="411163" y="2095500"/>
          <p14:tracePt t="27784" x="411163" y="2159000"/>
          <p14:tracePt t="27792" x="427038" y="2239963"/>
          <p14:tracePt t="27801" x="460375" y="2305050"/>
          <p14:tracePt t="27809" x="476250" y="2360613"/>
          <p14:tracePt t="27818" x="492125" y="2409825"/>
          <p14:tracePt t="27826" x="508000" y="2473325"/>
          <p14:tracePt t="27834" x="523875" y="2506663"/>
          <p14:tracePt t="27843" x="539750" y="2538413"/>
          <p14:tracePt t="27851" x="539750" y="2554288"/>
          <p14:tracePt t="27859" x="555625" y="2587625"/>
          <p14:tracePt t="27868" x="555625" y="2619375"/>
          <p14:tracePt t="27876" x="581025" y="2619375"/>
          <p14:tracePt t="27893" x="581025" y="2635250"/>
          <p14:tracePt t="27942" x="596900" y="2635250"/>
          <p14:tracePt t="27968" x="612775" y="2635250"/>
          <p14:tracePt t="27984" x="628650" y="2603500"/>
          <p14:tracePt t="27993" x="644525" y="2587625"/>
          <p14:tracePt t="28001" x="661988" y="2570163"/>
          <p14:tracePt t="28009" x="661988" y="2554288"/>
          <p14:tracePt t="28018" x="693738" y="2538413"/>
          <p14:tracePt t="28026" x="709613" y="2522538"/>
          <p14:tracePt t="28043" x="725488" y="2522538"/>
          <p14:tracePt t="28059" x="741363" y="2522538"/>
          <p14:tracePt t="28068" x="757238" y="2522538"/>
          <p14:tracePt t="28081" x="774700" y="2522538"/>
          <p14:tracePt t="28089" x="790575" y="2522538"/>
          <p14:tracePt t="28097" x="806450" y="2570163"/>
          <p14:tracePt t="28105" x="822325" y="2603500"/>
          <p14:tracePt t="28113" x="838200" y="2635250"/>
          <p14:tracePt t="28122" x="871538" y="2700338"/>
          <p14:tracePt t="28130" x="887413" y="2755900"/>
          <p14:tracePt t="28139" x="903288" y="2805113"/>
          <p14:tracePt t="28147" x="919163" y="2852738"/>
          <p14:tracePt t="28155" x="935038" y="2900363"/>
          <p14:tracePt t="28163" x="958850" y="2917825"/>
          <p14:tracePt t="28172" x="958850" y="2949575"/>
          <p14:tracePt t="28180" x="976313" y="2965450"/>
          <p14:tracePt t="28197" x="976313" y="2981325"/>
          <p14:tracePt t="28222" x="976313" y="2997200"/>
          <p14:tracePt t="28348" x="992188" y="2997200"/>
          <p14:tracePt t="28364" x="992188" y="2981325"/>
          <p14:tracePt t="28372" x="992188" y="2965450"/>
          <p14:tracePt t="28380" x="992188" y="2933700"/>
          <p14:tracePt t="28388" x="992188" y="2917825"/>
          <p14:tracePt t="28396" x="992188" y="2868613"/>
          <p14:tracePt t="28404" x="1008063" y="2836863"/>
          <p14:tracePt t="28412" x="1008063" y="2805113"/>
          <p14:tracePt t="28419" x="1008063" y="2771775"/>
          <p14:tracePt t="28427" x="1008063" y="2755900"/>
          <p14:tracePt t="28435" x="1008063" y="2740025"/>
          <p14:tracePt t="29460" x="1023938" y="3167063"/>
          <p14:tracePt t="44298" x="1023938" y="3151188"/>
          <p14:tracePt t="44306" x="1023938" y="3135313"/>
          <p14:tracePt t="44314" x="1023938" y="3119438"/>
          <p14:tracePt t="45349" x="1073150" y="3046413"/>
        </p14:tracePtLst>
      </p14:laserTraceLst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474EF5-DE77-14BE-C19F-B4A6CBC28F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D7425DE-E14A-968C-1591-8DF2FF38A654}"/>
              </a:ext>
            </a:extLst>
          </p:cNvPr>
          <p:cNvSpPr>
            <a:spLocks/>
          </p:cNvSpPr>
          <p:nvPr/>
        </p:nvSpPr>
        <p:spPr>
          <a:xfrm>
            <a:off x="0" y="0"/>
            <a:ext cx="12192000" cy="134532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cap="rnd">
            <a:noFill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5D0D9F-3271-E986-2A32-63DAC28BDD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7307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FASTA file cont’d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2BD28F-5DAD-B8CB-4766-90CF860AC4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DNA/RNA: </a:t>
            </a:r>
            <a:r>
              <a:rPr lang="en-US" dirty="0">
                <a:solidFill>
                  <a:srgbClr val="FF0000"/>
                </a:solidFill>
              </a:rPr>
              <a:t>U</a:t>
            </a:r>
            <a:r>
              <a:rPr lang="en-US" dirty="0"/>
              <a:t>racil for RNA and </a:t>
            </a:r>
            <a:r>
              <a:rPr lang="en-US" dirty="0">
                <a:solidFill>
                  <a:srgbClr val="FF0000"/>
                </a:solidFill>
              </a:rPr>
              <a:t>T</a:t>
            </a:r>
            <a:r>
              <a:rPr lang="en-US" dirty="0"/>
              <a:t>hymine for DNA – </a:t>
            </a:r>
            <a:r>
              <a:rPr lang="en-US" dirty="0">
                <a:solidFill>
                  <a:srgbClr val="FF0000"/>
                </a:solidFill>
              </a:rPr>
              <a:t>A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G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C</a:t>
            </a:r>
            <a:r>
              <a:rPr lang="en-US" dirty="0"/>
              <a:t> is common</a:t>
            </a:r>
          </a:p>
          <a:p>
            <a:pPr>
              <a:lnSpc>
                <a:spcPct val="150000"/>
              </a:lnSpc>
            </a:pPr>
            <a:r>
              <a:rPr lang="en-US" dirty="0"/>
              <a:t>Protein: 20 Amino acids </a:t>
            </a:r>
          </a:p>
          <a:p>
            <a:pPr>
              <a:lnSpc>
                <a:spcPct val="150000"/>
              </a:lnSpc>
            </a:pPr>
            <a:r>
              <a:rPr lang="en-US" dirty="0"/>
              <a:t>Extension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DNA/RNA: .fasta, .fa, .fna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Protein: .</a:t>
            </a:r>
            <a:r>
              <a:rPr lang="en-US" dirty="0" err="1"/>
              <a:t>faa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2072BB-AC38-A492-93B9-A160D543D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8B392-A47D-8640-B354-96308D2DF629}" type="slidenum">
              <a:rPr lang="en-US" smtClean="0"/>
              <a:t>6</a:t>
            </a:fld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673120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4048"/>
    </mc:Choice>
    <mc:Fallback xmlns="">
      <p:transition spd="slow" advTm="7404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138" end="13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  <p:extLst>
    <p:ext uri="{3A86A75C-4F4B-4683-9AE1-C65F6400EC91}">
      <p14:laserTraceLst xmlns:p14="http://schemas.microsoft.com/office/powerpoint/2010/main">
        <p14:tracePtLst>
          <p14:tracePt t="6964" x="1677988" y="2933700"/>
          <p14:tracePt t="6976" x="1862138" y="2917825"/>
          <p14:tracePt t="6984" x="1992313" y="2868613"/>
          <p14:tracePt t="6991" x="2144713" y="2852738"/>
          <p14:tracePt t="6998" x="2225675" y="2852738"/>
          <p14:tracePt t="7006" x="2338388" y="2852738"/>
          <p14:tracePt t="7014" x="2524125" y="2836863"/>
          <p14:tracePt t="7022" x="2571750" y="2836863"/>
          <p14:tracePt t="7030" x="2652713" y="2836863"/>
          <p14:tracePt t="7039" x="2733675" y="2836863"/>
          <p14:tracePt t="7047" x="2798763" y="2836863"/>
          <p14:tracePt t="7056" x="2846388" y="2852738"/>
          <p14:tracePt t="7064" x="2870200" y="2852738"/>
          <p14:tracePt t="7072" x="2903538" y="2868613"/>
          <p14:tracePt t="7081" x="2919413" y="2868613"/>
          <p14:tracePt t="7089" x="2919413" y="2884488"/>
          <p14:tracePt t="7097" x="2935288" y="2884488"/>
          <p14:tracePt t="7163" x="2903538" y="2884488"/>
          <p14:tracePt t="7171" x="2886075" y="2884488"/>
          <p14:tracePt t="7188" x="2846388" y="2884488"/>
          <p14:tracePt t="7196" x="2830513" y="2884488"/>
          <p14:tracePt t="7205" x="2814638" y="2884488"/>
          <p14:tracePt t="7213" x="2798763" y="2852738"/>
          <p14:tracePt t="7221" x="2798763" y="2836863"/>
          <p14:tracePt t="7229" x="2781300" y="2820988"/>
          <p14:tracePt t="7238" x="2781300" y="2771775"/>
          <p14:tracePt t="7246" x="2781300" y="2755900"/>
          <p14:tracePt t="7254" x="2781300" y="2700338"/>
          <p14:tracePt t="7263" x="2781300" y="2667000"/>
          <p14:tracePt t="7271" x="2781300" y="2635250"/>
          <p14:tracePt t="7280" x="2781300" y="2587625"/>
          <p14:tracePt t="7288" x="2781300" y="2570163"/>
          <p14:tracePt t="7296" x="2781300" y="2538413"/>
          <p14:tracePt t="7305" x="2814638" y="2490788"/>
          <p14:tracePt t="7313" x="2830513" y="2473325"/>
          <p14:tracePt t="7321" x="2846388" y="2457450"/>
          <p14:tracePt t="7338" x="2870200" y="2441575"/>
          <p14:tracePt t="7355" x="2886075" y="2441575"/>
          <p14:tracePt t="7376" x="2903538" y="2441575"/>
          <p14:tracePt t="7400" x="2919413" y="2441575"/>
          <p14:tracePt t="7434" x="2935288" y="2441575"/>
          <p14:tracePt t="7442" x="2951163" y="2441575"/>
          <p14:tracePt t="7455" x="2967038" y="2441575"/>
          <p14:tracePt t="7471" x="2982913" y="2441575"/>
          <p14:tracePt t="7488" x="3000375" y="2441575"/>
          <p14:tracePt t="7518" x="3016250" y="2441575"/>
          <p14:tracePt t="7526" x="3016250" y="2425700"/>
          <p14:tracePt t="7542" x="3032125" y="2425700"/>
          <p14:tracePt t="7584" x="3048000" y="2425700"/>
          <p14:tracePt t="7592" x="3048000" y="2409825"/>
          <p14:tracePt t="7621" x="3063875" y="2409825"/>
          <p14:tracePt t="7644" x="3063875" y="2393950"/>
          <p14:tracePt t="7652" x="3079750" y="2393950"/>
          <p14:tracePt t="7722" x="3095625" y="2393950"/>
          <p14:tracePt t="7738" x="3095625" y="2378075"/>
          <p14:tracePt t="7801" x="3113088" y="2378075"/>
          <p14:tracePt t="7817" x="3113088" y="2360613"/>
          <p14:tracePt t="7825" x="3128963" y="2360613"/>
          <p14:tracePt t="7850" x="3144838" y="2336800"/>
          <p14:tracePt t="7859" x="3144838" y="2320925"/>
          <p14:tracePt t="7875" x="3160713" y="2305050"/>
          <p14:tracePt t="7892" x="3160713" y="2289175"/>
          <p14:tracePt t="7900" x="3176588" y="2289175"/>
          <p14:tracePt t="7905" x="3176588" y="2273300"/>
          <p14:tracePt t="7921" x="3192463" y="2255838"/>
          <p14:tracePt t="7938" x="3209925" y="2239963"/>
          <p14:tracePt t="7946" x="3209925" y="2224088"/>
          <p14:tracePt t="7963" x="3225800" y="2208213"/>
          <p14:tracePt t="7971" x="3225800" y="2192338"/>
          <p14:tracePt t="7988" x="3225800" y="2176463"/>
          <p14:tracePt t="9022" x="2814638" y="2506663"/>
          <p14:tracePt t="41090" x="2071688" y="4537075"/>
          <p14:tracePt t="41125" x="2089150" y="4552950"/>
        </p14:tracePtLst>
      </p14:laserTraceLst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06008A-E622-BB0B-FD05-E363B15454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F75BEE6-B74F-0E5D-6BDB-A8676CAA5E6A}"/>
              </a:ext>
            </a:extLst>
          </p:cNvPr>
          <p:cNvSpPr>
            <a:spLocks/>
          </p:cNvSpPr>
          <p:nvPr/>
        </p:nvSpPr>
        <p:spPr>
          <a:xfrm>
            <a:off x="0" y="0"/>
            <a:ext cx="12192000" cy="134532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cap="rnd">
            <a:noFill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0773CD-39B4-054E-B284-A34AA91F6F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7307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FASTQ 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F2ABC3-FF6B-F5B7-DADC-B6C5634480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30726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dirty="0"/>
              <a:t>It is an extension of FASTA file that adds a layer of information. </a:t>
            </a:r>
          </a:p>
          <a:p>
            <a:pPr>
              <a:lnSpc>
                <a:spcPct val="150000"/>
              </a:lnSpc>
            </a:pPr>
            <a:r>
              <a:rPr lang="en-US" dirty="0"/>
              <a:t>It includes the quality score. This helps to evaluate the confidence of each base call.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/>
              <a:t>@</a:t>
            </a:r>
            <a:r>
              <a:rPr lang="en-US" dirty="0" err="1"/>
              <a:t>Sequence_ID</a:t>
            </a:r>
            <a:r>
              <a:rPr lang="en-US" dirty="0"/>
              <a:t>  (</a:t>
            </a:r>
            <a:r>
              <a:rPr lang="en-US" dirty="0">
                <a:solidFill>
                  <a:srgbClr val="FF0000"/>
                </a:solidFill>
              </a:rPr>
              <a:t>sequence information</a:t>
            </a:r>
            <a:r>
              <a:rPr lang="en-US" dirty="0"/>
              <a:t>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/>
              <a:t>ATGCGTACGTAGCTAGCTAGCTA (</a:t>
            </a:r>
            <a:r>
              <a:rPr lang="en-US" dirty="0">
                <a:solidFill>
                  <a:srgbClr val="FF0000"/>
                </a:solidFill>
              </a:rPr>
              <a:t>sequence</a:t>
            </a:r>
            <a:r>
              <a:rPr lang="en-US" dirty="0"/>
              <a:t>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/>
              <a:t>+ (</a:t>
            </a:r>
            <a:r>
              <a:rPr lang="en-US" dirty="0">
                <a:solidFill>
                  <a:srgbClr val="FF0000"/>
                </a:solidFill>
              </a:rPr>
              <a:t>can be blank or have same information as first row</a:t>
            </a:r>
            <a:r>
              <a:rPr lang="en-US" dirty="0"/>
              <a:t>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/>
              <a:t>IHIFHIGIHGIIHI (</a:t>
            </a:r>
            <a:r>
              <a:rPr lang="en-US" dirty="0">
                <a:solidFill>
                  <a:srgbClr val="FF0000"/>
                </a:solidFill>
              </a:rPr>
              <a:t>quality score</a:t>
            </a:r>
            <a:r>
              <a:rPr lang="en-US" dirty="0"/>
              <a:t>)</a:t>
            </a:r>
          </a:p>
          <a:p>
            <a:pPr marL="0" indent="0">
              <a:lnSpc>
                <a:spcPct val="100000"/>
              </a:lnSpc>
              <a:buNone/>
            </a:pP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30692D-BBEE-8DEC-E5C1-188CA0FF5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8B392-A47D-8640-B354-96308D2DF629}" type="slidenum">
              <a:rPr lang="en-US" smtClean="0"/>
              <a:t>7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28413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6485"/>
    </mc:Choice>
    <mc:Fallback xmlns="">
      <p:transition spd="slow" advTm="12648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  <p:extLst>
    <p:ext uri="{3A86A75C-4F4B-4683-9AE1-C65F6400EC91}">
      <p14:laserTraceLst xmlns:p14="http://schemas.microsoft.com/office/powerpoint/2010/main">
        <p14:tracePtLst>
          <p14:tracePt t="65115" x="2089150" y="4568825"/>
          <p14:tracePt t="65123" x="2071688" y="4584700"/>
          <p14:tracePt t="65132" x="2039938" y="4649788"/>
          <p14:tracePt t="65140" x="2039938" y="4699000"/>
          <p14:tracePt t="65148" x="2008188" y="4730750"/>
          <p14:tracePt t="65156" x="1992313" y="4778375"/>
          <p14:tracePt t="65165" x="1974850" y="4827588"/>
          <p14:tracePt t="65173" x="1958975" y="4843463"/>
          <p14:tracePt t="65181" x="1911350" y="4899025"/>
          <p14:tracePt t="65189" x="1895475" y="4948238"/>
          <p14:tracePt t="65197" x="1878013" y="4964113"/>
          <p14:tracePt t="65206" x="1862138" y="4995863"/>
          <p14:tracePt t="65215" x="1846263" y="5029200"/>
          <p14:tracePt t="65221" x="1830388" y="5029200"/>
          <p14:tracePt t="65230" x="1830388" y="5060950"/>
          <p14:tracePt t="66266" x="1782763" y="5221288"/>
          <p14:tracePt t="67282" x="1765300" y="5221288"/>
          <p14:tracePt t="67290" x="1733550" y="5221288"/>
          <p14:tracePt t="67298" x="1677988" y="5205413"/>
          <p14:tracePt t="67306" x="1628775" y="5189538"/>
          <p14:tracePt t="69862" x="15875" y="4665663"/>
          <p14:tracePt t="69871" x="47625" y="4665663"/>
          <p14:tracePt t="69880" x="65088" y="4681538"/>
          <p14:tracePt t="70906" x="161925" y="4746625"/>
          <p14:tracePt t="81134" x="177800" y="4746625"/>
          <p14:tracePt t="81142" x="233363" y="4730750"/>
          <p14:tracePt t="81150" x="249238" y="4699000"/>
          <p14:tracePt t="81159" x="298450" y="4681538"/>
          <p14:tracePt t="81167" x="346075" y="4649788"/>
          <p14:tracePt t="81175" x="411163" y="4602163"/>
          <p14:tracePt t="81184" x="539750" y="4521200"/>
          <p14:tracePt t="81192" x="596900" y="4464050"/>
          <p14:tracePt t="81200" x="644525" y="4432300"/>
          <p14:tracePt t="81209" x="693738" y="4416425"/>
          <p14:tracePt t="81217" x="741363" y="4384675"/>
          <p14:tracePt t="81225" x="774700" y="4367213"/>
          <p14:tracePt t="81233" x="790575" y="4335463"/>
          <p14:tracePt t="81242" x="822325" y="4319588"/>
          <p14:tracePt t="81251" x="838200" y="4319588"/>
          <p14:tracePt t="81267" x="854075" y="4303713"/>
          <p14:tracePt t="81283" x="871538" y="4303713"/>
          <p14:tracePt t="81292" x="871538" y="4287838"/>
          <p14:tracePt t="81308" x="887413" y="4270375"/>
          <p14:tracePt t="81317" x="903288" y="4270375"/>
          <p14:tracePt t="81334" x="935038" y="4270375"/>
          <p14:tracePt t="81359" x="958850" y="4270375"/>
          <p14:tracePt t="81404" x="958850" y="4287838"/>
          <p14:tracePt t="81412" x="958850" y="4319588"/>
          <p14:tracePt t="81420" x="958850" y="4335463"/>
          <p14:tracePt t="81428" x="958850" y="4351338"/>
          <p14:tracePt t="81436" x="958850" y="4400550"/>
          <p14:tracePt t="81444" x="958850" y="4416425"/>
          <p14:tracePt t="81457" x="958850" y="4448175"/>
          <p14:tracePt t="81466" x="958850" y="4464050"/>
          <p14:tracePt t="81474" x="958850" y="4497388"/>
          <p14:tracePt t="81483" x="958850" y="4537075"/>
          <p14:tracePt t="81491" x="935038" y="4552950"/>
          <p14:tracePt t="81499" x="935038" y="4568825"/>
          <p14:tracePt t="81508" x="935038" y="4602163"/>
          <p14:tracePt t="81524" x="935038" y="4618038"/>
          <p14:tracePt t="81532" x="935038" y="4633913"/>
          <p14:tracePt t="81549" x="935038" y="4649788"/>
          <p14:tracePt t="81558" x="935038" y="4665663"/>
          <p14:tracePt t="81574" x="935038" y="4681538"/>
          <p14:tracePt t="82606" x="1104900" y="5189538"/>
          <p14:tracePt t="82991" x="1089025" y="5157788"/>
          <p14:tracePt t="82999" x="1089025" y="5141913"/>
          <p14:tracePt t="83007" x="1073150" y="5126038"/>
          <p14:tracePt t="83016" x="1055688" y="5092700"/>
          <p14:tracePt t="83024" x="1039813" y="5060950"/>
          <p14:tracePt t="83033" x="1008063" y="5045075"/>
          <p14:tracePt t="83041" x="992188" y="5013325"/>
          <p14:tracePt t="83049" x="976313" y="4979988"/>
          <p14:tracePt t="83057" x="958850" y="4964113"/>
          <p14:tracePt t="83066" x="935038" y="4948238"/>
          <p14:tracePt t="83075" x="935038" y="4932363"/>
          <p14:tracePt t="83083" x="919163" y="4916488"/>
          <p14:tracePt t="83099" x="919163" y="4899025"/>
          <p14:tracePt t="83107" x="919163" y="4883150"/>
          <p14:tracePt t="83154" x="919163" y="4859338"/>
          <p14:tracePt t="83162" x="919163" y="4843463"/>
          <p14:tracePt t="83185" x="919163" y="4827588"/>
          <p14:tracePt t="83225" x="935038" y="4811713"/>
          <p14:tracePt t="83249" x="958850" y="4811713"/>
          <p14:tracePt t="83264" x="976313" y="4811713"/>
          <p14:tracePt t="83272" x="992188" y="4811713"/>
          <p14:tracePt t="83288" x="1008063" y="4811713"/>
          <p14:tracePt t="83296" x="1023938" y="4811713"/>
          <p14:tracePt t="83312" x="1039813" y="4811713"/>
          <p14:tracePt t="83337" x="1055688" y="4811713"/>
          <p14:tracePt t="83362" x="1055688" y="4794250"/>
          <p14:tracePt t="83370" x="1073150" y="4794250"/>
          <p14:tracePt t="83541" x="1073150" y="4811713"/>
          <p14:tracePt t="83557" x="1073150" y="4843463"/>
          <p14:tracePt t="83566" x="1073150" y="4859338"/>
          <p14:tracePt t="83574" x="1073150" y="4883150"/>
          <p14:tracePt t="83591" x="1073150" y="4899025"/>
          <p14:tracePt t="83599" x="1073150" y="4916488"/>
          <p14:tracePt t="83616" x="1055688" y="4932363"/>
          <p14:tracePt t="83674" x="1039813" y="4932363"/>
          <p14:tracePt t="84704" x="1089025" y="4479925"/>
          <p14:tracePt t="84709" x="1089025" y="4448175"/>
          <p14:tracePt t="84719" x="1089025" y="4432300"/>
          <p14:tracePt t="84724" x="1104900" y="4416425"/>
          <p14:tracePt t="84730" x="1104900" y="4400550"/>
          <p14:tracePt t="84738" x="1104900" y="4367213"/>
          <p14:tracePt t="84754" x="1120775" y="4351338"/>
          <p14:tracePt t="84762" x="1120775" y="4335463"/>
          <p14:tracePt t="84770" x="1120775" y="4319588"/>
          <p14:tracePt t="84779" x="1120775" y="4303713"/>
          <p14:tracePt t="84787" x="1136650" y="4287838"/>
          <p14:tracePt t="84795" x="1136650" y="4270375"/>
          <p14:tracePt t="84803" x="1136650" y="4254500"/>
          <p14:tracePt t="84820" x="1152525" y="4238625"/>
          <p14:tracePt t="85108" x="1152525" y="4254500"/>
          <p14:tracePt t="85116" x="1136650" y="4319588"/>
          <p14:tracePt t="85124" x="1120775" y="4400550"/>
          <p14:tracePt t="85133" x="1089025" y="4479925"/>
          <p14:tracePt t="85141" x="1073150" y="4602163"/>
          <p14:tracePt t="85149" x="1039813" y="4714875"/>
          <p14:tracePt t="85157" x="1023938" y="4778375"/>
          <p14:tracePt t="85166" x="992188" y="4859338"/>
          <p14:tracePt t="85174" x="958850" y="4948238"/>
          <p14:tracePt t="85182" x="935038" y="5013325"/>
          <p14:tracePt t="85191" x="919163" y="5076825"/>
          <p14:tracePt t="85199" x="903288" y="5108575"/>
          <p14:tracePt t="85207" x="887413" y="5157788"/>
          <p14:tracePt t="85216" x="887413" y="5173663"/>
          <p14:tracePt t="85224" x="887413" y="5205413"/>
          <p14:tracePt t="85233" x="871538" y="5221288"/>
          <p14:tracePt t="85241" x="871538" y="5246688"/>
          <p14:tracePt t="85258" x="871538" y="5278438"/>
          <p14:tracePt t="85266" x="871538" y="5310188"/>
          <p14:tracePt t="85274" x="871538" y="5326063"/>
          <p14:tracePt t="85283" x="871538" y="5359400"/>
          <p14:tracePt t="85291" x="871538" y="5375275"/>
          <p14:tracePt t="85299" x="871538" y="5391150"/>
          <p14:tracePt t="85316" x="854075" y="5407025"/>
          <p14:tracePt t="85324" x="854075" y="5422900"/>
          <p14:tracePt t="85341" x="854075" y="5440363"/>
          <p14:tracePt t="85368" x="854075" y="5456238"/>
          <p14:tracePt t="85392" x="854075" y="5472113"/>
          <p14:tracePt t="85408" x="854075" y="5487988"/>
          <p14:tracePt t="85416" x="871538" y="5503863"/>
          <p14:tracePt t="85424" x="871538" y="5535613"/>
          <p14:tracePt t="85433" x="887413" y="5553075"/>
          <p14:tracePt t="85441" x="887413" y="5568950"/>
          <p14:tracePt t="85449" x="903288" y="5608638"/>
          <p14:tracePt t="85457" x="903288" y="5624513"/>
          <p14:tracePt t="85466" x="919163" y="5640388"/>
          <p14:tracePt t="85483" x="919163" y="5657850"/>
          <p14:tracePt t="85491" x="935038" y="5673725"/>
          <p14:tracePt t="85499" x="935038" y="5705475"/>
          <p14:tracePt t="85508" x="935038" y="5721350"/>
          <p14:tracePt t="85524" x="935038" y="5737225"/>
          <p14:tracePt t="85532" x="935038" y="5754688"/>
          <p14:tracePt t="85541" x="935038" y="5786438"/>
          <p14:tracePt t="85549" x="958850" y="5786438"/>
          <p14:tracePt t="85558" x="958850" y="5818188"/>
          <p14:tracePt t="85574" x="958850" y="5834063"/>
          <p14:tracePt t="85582" x="958850" y="5849938"/>
          <p14:tracePt t="85599" x="958850" y="5867400"/>
          <p14:tracePt t="85624" x="958850" y="5883275"/>
          <p14:tracePt t="85633" x="958850" y="5899150"/>
          <p14:tracePt t="85649" x="958850" y="5915025"/>
          <p14:tracePt t="85674" x="958850" y="5930900"/>
          <p14:tracePt t="85695" x="958850" y="5946775"/>
          <p14:tracePt t="85738" x="976313" y="5946775"/>
          <p14:tracePt t="85817" x="976313" y="5972175"/>
          <p14:tracePt t="85849" x="976313" y="5988050"/>
          <p14:tracePt t="86877" x="725488" y="5487988"/>
          <p14:tracePt t="86878" x="677863" y="5472113"/>
          <p14:tracePt t="86889" x="677863" y="5456238"/>
          <p14:tracePt t="86895" x="661988" y="5440363"/>
          <p14:tracePt t="86903" x="644525" y="5440363"/>
          <p14:tracePt t="86928" x="628650" y="5440363"/>
          <p14:tracePt t="86945" x="628650" y="5422900"/>
          <p14:tracePt t="86968" x="612775" y="5407025"/>
          <p14:tracePt t="86976" x="612775" y="5375275"/>
          <p14:tracePt t="86983" x="596900" y="5359400"/>
          <p14:tracePt t="86999" x="555625" y="5278438"/>
          <p14:tracePt t="87007" x="555625" y="5262563"/>
          <p14:tracePt t="87016" x="539750" y="5221288"/>
          <p14:tracePt t="87024" x="539750" y="5205413"/>
          <p14:tracePt t="87032" x="523875" y="5173663"/>
          <p14:tracePt t="87041" x="523875" y="5157788"/>
          <p14:tracePt t="87049" x="508000" y="5157788"/>
          <p14:tracePt t="87057" x="508000" y="5141913"/>
          <p14:tracePt t="87362" x="476250" y="5141913"/>
          <p14:tracePt t="87370" x="460375" y="5141913"/>
          <p14:tracePt t="87387" x="427038" y="5141913"/>
          <p14:tracePt t="87401" x="411163" y="5141913"/>
          <p14:tracePt t="87409" x="395288" y="5141913"/>
          <p14:tracePt t="87449" x="379413" y="5141913"/>
          <p14:tracePt t="87496" x="363538" y="5141913"/>
          <p14:tracePt t="87519" x="346075" y="5141913"/>
          <p14:tracePt t="87545" x="330200" y="5141913"/>
          <p14:tracePt t="87562" x="314325" y="5141913"/>
          <p14:tracePt t="87607" x="298450" y="5141913"/>
          <p14:tracePt t="87637" x="282575" y="5141913"/>
          <p14:tracePt t="87653" x="266700" y="5141913"/>
          <p14:tracePt t="87661" x="249238" y="5141913"/>
          <p14:tracePt t="87670" x="233363" y="5141913"/>
          <p14:tracePt t="87679" x="217488" y="5141913"/>
          <p14:tracePt t="87687" x="201613" y="5141913"/>
          <p14:tracePt t="87695" x="177800" y="5141913"/>
          <p14:tracePt t="87711" x="161925" y="5141913"/>
          <p14:tracePt t="95468" x="177800" y="5141913"/>
          <p14:tracePt t="95476" x="217488" y="5141913"/>
          <p14:tracePt t="95485" x="249238" y="5141913"/>
          <p14:tracePt t="95493" x="282575" y="5141913"/>
          <p14:tracePt t="95502" x="314325" y="5141913"/>
          <p14:tracePt t="95510" x="330200" y="5141913"/>
          <p14:tracePt t="95519" x="379413" y="5141913"/>
          <p14:tracePt t="95527" x="395288" y="5157788"/>
          <p14:tracePt t="95535" x="442913" y="5173663"/>
          <p14:tracePt t="95543" x="508000" y="5246688"/>
          <p14:tracePt t="95552" x="523875" y="5278438"/>
          <p14:tracePt t="95560" x="539750" y="5310188"/>
          <p14:tracePt t="95568" x="555625" y="5359400"/>
          <p14:tracePt t="95577" x="581025" y="5391150"/>
          <p14:tracePt t="95585" x="596900" y="5422900"/>
          <p14:tracePt t="95593" x="612775" y="5456238"/>
          <p14:tracePt t="95601" x="628650" y="5472113"/>
          <p14:tracePt t="95610" x="628650" y="5503863"/>
          <p14:tracePt t="95618" x="644525" y="5519738"/>
          <p14:tracePt t="95626" x="644525" y="5553075"/>
          <p14:tracePt t="95635" x="661988" y="5568950"/>
          <p14:tracePt t="95643" x="661988" y="5608638"/>
          <p14:tracePt t="95653" x="677863" y="5608638"/>
          <p14:tracePt t="95660" x="677863" y="5640388"/>
          <p14:tracePt t="95668" x="693738" y="5673725"/>
          <p14:tracePt t="95677" x="709613" y="5705475"/>
          <p14:tracePt t="95685" x="709613" y="5737225"/>
          <p14:tracePt t="95693" x="725488" y="5754688"/>
          <p14:tracePt t="95702" x="725488" y="5786438"/>
          <p14:tracePt t="95710" x="741363" y="5802313"/>
          <p14:tracePt t="95717" x="741363" y="5818188"/>
          <p14:tracePt t="95726" x="757238" y="5834063"/>
          <p14:tracePt t="95734" x="757238" y="5849938"/>
          <p14:tracePt t="95742" x="774700" y="5883275"/>
          <p14:tracePt t="95759" x="790575" y="5899150"/>
          <p14:tracePt t="95767" x="790575" y="5915025"/>
          <p14:tracePt t="95776" x="806450" y="5946775"/>
          <p14:tracePt t="95793" x="822325" y="5972175"/>
          <p14:tracePt t="95801" x="838200" y="5988050"/>
          <p14:tracePt t="95809" x="854075" y="6003925"/>
          <p14:tracePt t="95818" x="887413" y="6019800"/>
          <p14:tracePt t="95826" x="903288" y="6019800"/>
          <p14:tracePt t="95834" x="919163" y="6035675"/>
          <p14:tracePt t="95843" x="935038" y="6035675"/>
          <p14:tracePt t="95851" x="976313" y="6035675"/>
          <p14:tracePt t="95860" x="992188" y="6051550"/>
          <p14:tracePt t="95868" x="1023938" y="6051550"/>
          <p14:tracePt t="95876" x="1039813" y="6051550"/>
          <p14:tracePt t="95884" x="1073150" y="6069013"/>
          <p14:tracePt t="95893" x="1104900" y="6069013"/>
          <p14:tracePt t="95901" x="1120775" y="6069013"/>
          <p14:tracePt t="95909" x="1136650" y="6084888"/>
          <p14:tracePt t="95918" x="1152525" y="6084888"/>
          <p14:tracePt t="95926" x="1169988" y="6084888"/>
          <p14:tracePt t="95934" x="1185863" y="6084888"/>
          <p14:tracePt t="95942" x="1201738" y="6084888"/>
          <p14:tracePt t="95951" x="1217613" y="6084888"/>
          <p14:tracePt t="95960" x="1233488" y="6084888"/>
          <p14:tracePt t="95976" x="1249363" y="6069013"/>
          <p14:tracePt t="96000" x="1265238" y="6069013"/>
          <p14:tracePt t="96009" x="1265238" y="6051550"/>
          <p14:tracePt t="96025" x="1265238" y="6035675"/>
          <p14:tracePt t="96050" x="1265238" y="6019800"/>
          <p14:tracePt t="96058" x="1282700" y="6003925"/>
          <p14:tracePt t="96067" x="1282700" y="5988050"/>
          <p14:tracePt t="96075" x="1282700" y="5972175"/>
          <p14:tracePt t="96083" x="1282700" y="5946775"/>
          <p14:tracePt t="96100" x="1282700" y="5930900"/>
          <p14:tracePt t="96109" x="1282700" y="5899150"/>
          <p14:tracePt t="96117" x="1282700" y="5867400"/>
          <p14:tracePt t="96125" x="1282700" y="5834063"/>
          <p14:tracePt t="96134" x="1265238" y="5818188"/>
          <p14:tracePt t="96142" x="1249363" y="5802313"/>
          <p14:tracePt t="96158" x="1249363" y="5786438"/>
          <p14:tracePt t="96167" x="1233488" y="5770563"/>
          <p14:tracePt t="96184" x="1217613" y="5754688"/>
          <p14:tracePt t="96192" x="1201738" y="5754688"/>
          <p14:tracePt t="96200" x="1185863" y="5737225"/>
          <p14:tracePt t="96208" x="1169988" y="5737225"/>
          <p14:tracePt t="96217" x="1152525" y="5721350"/>
          <p14:tracePt t="96225" x="1136650" y="5721350"/>
          <p14:tracePt t="96234" x="1136650" y="5705475"/>
          <p14:tracePt t="96242" x="1104900" y="5705475"/>
          <p14:tracePt t="96250" x="1089025" y="5689600"/>
          <p14:tracePt t="96259" x="1055688" y="5689600"/>
          <p14:tracePt t="96267" x="1055688" y="5673725"/>
          <p14:tracePt t="96276" x="1039813" y="5673725"/>
          <p14:tracePt t="96284" x="1023938" y="5673725"/>
          <p14:tracePt t="96300" x="1008063" y="5673725"/>
          <p14:tracePt t="96309" x="992188" y="5673725"/>
          <p14:tracePt t="97321" x="144463" y="5834063"/>
          <p14:tracePt t="97334" x="112713" y="5737225"/>
          <p14:tracePt t="97342" x="80963" y="5689600"/>
          <p14:tracePt t="98364" x="144463" y="4995863"/>
          <p14:tracePt t="98388" x="144463" y="5013325"/>
          <p14:tracePt t="98412" x="144463" y="5029200"/>
          <p14:tracePt t="98457" x="144463" y="5045075"/>
        </p14:tracePtLst>
      </p14:laserTraceLst>
    </p:ext>
  </p:extLs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0B9E57-9157-9EFF-43BC-C5F99E4674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3FAB67D-5678-518A-D8B4-62431F454F64}"/>
              </a:ext>
            </a:extLst>
          </p:cNvPr>
          <p:cNvSpPr>
            <a:spLocks/>
          </p:cNvSpPr>
          <p:nvPr/>
        </p:nvSpPr>
        <p:spPr>
          <a:xfrm>
            <a:off x="0" y="0"/>
            <a:ext cx="12192000" cy="134532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cap="rnd">
            <a:noFill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546C23-432D-2413-F469-E25BAA930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7307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FASTQ file cont’d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218BED-7A5B-B034-5A6C-DEFFED21BC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dirty="0"/>
              <a:t>It holds Nucleotide sequences from DNA/RNA unlike FASTA files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It is used to store raw, high-throughput sequencing data from Illumina, Oxford Nanopore Technology</a:t>
            </a:r>
          </a:p>
          <a:p>
            <a:pPr>
              <a:lnSpc>
                <a:spcPct val="150000"/>
              </a:lnSpc>
            </a:pPr>
            <a:r>
              <a:rPr lang="en-US" dirty="0"/>
              <a:t>The file extensions: .</a:t>
            </a:r>
            <a:r>
              <a:rPr lang="en-US" dirty="0" err="1"/>
              <a:t>fast</a:t>
            </a:r>
            <a:r>
              <a:rPr lang="en-US" dirty="0" err="1">
                <a:solidFill>
                  <a:srgbClr val="FF0000"/>
                </a:solidFill>
              </a:rPr>
              <a:t>q</a:t>
            </a:r>
            <a:r>
              <a:rPr lang="en-US" dirty="0"/>
              <a:t> or .</a:t>
            </a:r>
            <a:r>
              <a:rPr lang="en-US" dirty="0" err="1"/>
              <a:t>f</a:t>
            </a:r>
            <a:r>
              <a:rPr lang="en-US" dirty="0" err="1">
                <a:solidFill>
                  <a:srgbClr val="FF0000"/>
                </a:solidFill>
              </a:rPr>
              <a:t>q</a:t>
            </a:r>
            <a:r>
              <a:rPr lang="en-US" dirty="0"/>
              <a:t> and </a:t>
            </a:r>
          </a:p>
          <a:p>
            <a:pPr>
              <a:lnSpc>
                <a:spcPct val="150000"/>
              </a:lnSpc>
            </a:pPr>
            <a:r>
              <a:rPr lang="en-US" dirty="0"/>
              <a:t>If compressed: </a:t>
            </a:r>
            <a:r>
              <a:rPr lang="en-US" dirty="0" err="1"/>
              <a:t>fast</a:t>
            </a:r>
            <a:r>
              <a:rPr lang="en-US" dirty="0" err="1">
                <a:solidFill>
                  <a:srgbClr val="FF0000"/>
                </a:solidFill>
              </a:rPr>
              <a:t>q.gz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or </a:t>
            </a:r>
            <a:r>
              <a:rPr lang="en-US" dirty="0" err="1">
                <a:solidFill>
                  <a:srgbClr val="FF0000"/>
                </a:solidFill>
              </a:rPr>
              <a:t>fq.gz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EB6C55-DAE6-25F2-7DAC-5F251C66F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8B392-A47D-8640-B354-96308D2DF629}" type="slidenum">
              <a:rPr lang="en-US" smtClean="0"/>
              <a:t>8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008628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1130"/>
    </mc:Choice>
    <mc:Fallback xmlns="">
      <p:transition spd="slow" advTm="6113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  <p:extLst>
    <p:ext uri="{3A86A75C-4F4B-4683-9AE1-C65F6400EC91}">
      <p14:laserTraceLst xmlns:p14="http://schemas.microsoft.com/office/powerpoint/2010/main">
        <p14:tracePtLst>
          <p14:tracePt t="35173" x="161925" y="5045075"/>
          <p14:tracePt t="35181" x="177800" y="5045075"/>
          <p14:tracePt t="35190" x="249238" y="5029200"/>
          <p14:tracePt t="35198" x="298450" y="5029200"/>
          <p14:tracePt t="35207" x="363538" y="4995863"/>
          <p14:tracePt t="35214" x="411163" y="4979988"/>
          <p14:tracePt t="35223" x="596900" y="4948238"/>
          <p14:tracePt t="35231" x="774700" y="4883150"/>
          <p14:tracePt t="35239" x="958850" y="4843463"/>
          <p14:tracePt t="35248" x="1435100" y="4778375"/>
          <p14:tracePt t="35256" x="1612900" y="4762500"/>
          <p14:tracePt t="35264" x="1830388" y="4730750"/>
          <p14:tracePt t="35272" x="2008188" y="4714875"/>
          <p14:tracePt t="35280" x="2160588" y="4714875"/>
          <p14:tracePt t="35289" x="2209800" y="4714875"/>
          <p14:tracePt t="35297" x="2354263" y="4714875"/>
          <p14:tracePt t="35306" x="2571750" y="4714875"/>
          <p14:tracePt t="35314" x="2684463" y="4714875"/>
          <p14:tracePt t="35322" x="2798763" y="4714875"/>
          <p14:tracePt t="35331" x="2919413" y="4714875"/>
          <p14:tracePt t="35339" x="3032125" y="4714875"/>
          <p14:tracePt t="35348" x="3176588" y="4714875"/>
          <p14:tracePt t="35355" x="3297238" y="4714875"/>
          <p14:tracePt t="35364" x="3427413" y="4714875"/>
          <p14:tracePt t="35373" x="3540125" y="4714875"/>
          <p14:tracePt t="35380" x="3587750" y="4714875"/>
          <p14:tracePt t="35389" x="3709988" y="4714875"/>
          <p14:tracePt t="35398" x="3870325" y="4714875"/>
          <p14:tracePt t="35406" x="3935413" y="4714875"/>
          <p14:tracePt t="35414" x="4006850" y="4714875"/>
          <p14:tracePt t="35422" x="4056063" y="4699000"/>
          <p14:tracePt t="35431" x="4103688" y="4699000"/>
          <p14:tracePt t="35439" x="4168775" y="4665663"/>
          <p14:tracePt t="35447" x="4200525" y="4649788"/>
          <p14:tracePt t="35456" x="4249738" y="4633913"/>
          <p14:tracePt t="35464" x="4297363" y="4618038"/>
          <p14:tracePt t="35473" x="4330700" y="4602163"/>
          <p14:tracePt t="35480" x="4362450" y="4568825"/>
          <p14:tracePt t="35489" x="4386263" y="4552950"/>
          <p14:tracePt t="35497" x="4402138" y="4552950"/>
          <p14:tracePt t="35506" x="4418013" y="4537075"/>
          <p14:tracePt t="35514" x="4451350" y="4521200"/>
          <p14:tracePt t="35522" x="4451350" y="4497388"/>
          <p14:tracePt t="35531" x="4467225" y="4479925"/>
          <p14:tracePt t="35539" x="4483100" y="4464050"/>
          <p14:tracePt t="35548" x="4532313" y="4448175"/>
          <p14:tracePt t="35558" x="4564063" y="4416425"/>
          <p14:tracePt t="35565" x="4595813" y="4416425"/>
          <p14:tracePt t="35572" x="4629150" y="4400550"/>
          <p14:tracePt t="36608" x="5588000" y="4899025"/>
          <p14:tracePt t="36714" x="5588000" y="4932363"/>
          <p14:tracePt t="36722" x="5588000" y="4948238"/>
          <p14:tracePt t="36730" x="5603875" y="4979988"/>
          <p14:tracePt t="36738" x="5603875" y="5013325"/>
          <p14:tracePt t="36746" x="5603875" y="5029200"/>
          <p14:tracePt t="36755" x="5603875" y="5060950"/>
          <p14:tracePt t="36763" x="5603875" y="5076825"/>
          <p14:tracePt t="36771" x="5603875" y="5092700"/>
          <p14:tracePt t="36779" x="5603875" y="5108575"/>
          <p14:tracePt t="36788" x="5603875" y="5126038"/>
          <p14:tracePt t="36796" x="5603875" y="5141913"/>
          <p14:tracePt t="36804" x="5588000" y="5157788"/>
          <p14:tracePt t="36821" x="5572125" y="5173663"/>
          <p14:tracePt t="36830" x="5540375" y="5173663"/>
          <p14:tracePt t="36838" x="5514975" y="5189538"/>
          <p14:tracePt t="36846" x="5483225" y="5189538"/>
          <p14:tracePt t="36855" x="5434013" y="5205413"/>
          <p14:tracePt t="36863" x="5418138" y="5221288"/>
          <p14:tracePt t="36871" x="5370513" y="5221288"/>
          <p14:tracePt t="36880" x="5305425" y="5221288"/>
          <p14:tracePt t="36888" x="5257800" y="5221288"/>
          <p14:tracePt t="36896" x="5224463" y="5246688"/>
          <p14:tracePt t="36905" x="5176838" y="5246688"/>
          <p14:tracePt t="36913" x="5137150" y="5246688"/>
          <p14:tracePt t="36921" x="5087938" y="5246688"/>
          <p14:tracePt t="36929" x="5056188" y="5246688"/>
          <p14:tracePt t="36938" x="5006975" y="5246688"/>
          <p14:tracePt t="36946" x="4959350" y="5246688"/>
          <p14:tracePt t="36955" x="4910138" y="5246688"/>
          <p14:tracePt t="36963" x="4878388" y="5246688"/>
          <p14:tracePt t="36971" x="4830763" y="5246688"/>
          <p14:tracePt t="36980" x="4797425" y="5221288"/>
          <p14:tracePt t="36988" x="4741863" y="5205413"/>
          <p14:tracePt t="36996" x="4660900" y="5157788"/>
          <p14:tracePt t="37004" x="4645025" y="5157788"/>
          <p14:tracePt t="37013" x="4595813" y="5108575"/>
          <p14:tracePt t="37021" x="4498975" y="4979988"/>
          <p14:tracePt t="37029" x="4451350" y="4899025"/>
          <p14:tracePt t="37038" x="4435475" y="4827588"/>
          <p14:tracePt t="37046" x="4418013" y="4714875"/>
          <p14:tracePt t="37054" x="4402138" y="4633913"/>
          <p14:tracePt t="37063" x="4402138" y="4521200"/>
          <p14:tracePt t="37071" x="4402138" y="4400550"/>
          <p14:tracePt t="37079" x="4402138" y="4367213"/>
          <p14:tracePt t="37088" x="4402138" y="4270375"/>
          <p14:tracePt t="37096" x="4435475" y="4222750"/>
          <p14:tracePt t="37104" x="4451350" y="4157663"/>
          <p14:tracePt t="37113" x="4483100" y="4117975"/>
          <p14:tracePt t="37121" x="4498975" y="4102100"/>
          <p14:tracePt t="37129" x="4532313" y="4086225"/>
          <p14:tracePt t="37138" x="4548188" y="4086225"/>
          <p14:tracePt t="37146" x="4564063" y="4086225"/>
          <p14:tracePt t="37155" x="4595813" y="4086225"/>
          <p14:tracePt t="37163" x="4645025" y="4086225"/>
          <p14:tracePt t="37171" x="4676775" y="4086225"/>
          <p14:tracePt t="37179" x="4692650" y="4102100"/>
          <p14:tracePt t="37188" x="4725988" y="4117975"/>
          <p14:tracePt t="37196" x="4741863" y="4117975"/>
          <p14:tracePt t="37204" x="4781550" y="4157663"/>
          <p14:tracePt t="37213" x="4813300" y="4157663"/>
          <p14:tracePt t="37221" x="4830763" y="4175125"/>
          <p14:tracePt t="37230" x="4862513" y="4191000"/>
          <p14:tracePt t="37238" x="4894263" y="4206875"/>
          <p14:tracePt t="37246" x="4894263" y="4222750"/>
          <p14:tracePt t="37255" x="4910138" y="4238625"/>
          <p14:tracePt t="37263" x="4943475" y="4254500"/>
          <p14:tracePt t="37271" x="4959350" y="4270375"/>
          <p14:tracePt t="37279" x="4975225" y="4287838"/>
          <p14:tracePt t="37288" x="4991100" y="4319588"/>
          <p14:tracePt t="37296" x="4991100" y="4335463"/>
          <p14:tracePt t="37305" x="5006975" y="4351338"/>
          <p14:tracePt t="37313" x="5022850" y="4384675"/>
          <p14:tracePt t="37330" x="5022850" y="4400550"/>
          <p14:tracePt t="37338" x="5022850" y="4416425"/>
          <p14:tracePt t="37346" x="5022850" y="4432300"/>
          <p14:tracePt t="37355" x="5022850" y="4448175"/>
          <p14:tracePt t="37371" x="5022850" y="4464050"/>
          <p14:tracePt t="37379" x="5022850" y="4479925"/>
          <p14:tracePt t="37388" x="5022850" y="4521200"/>
          <p14:tracePt t="37404" x="5022850" y="4552950"/>
          <p14:tracePt t="37413" x="5022850" y="4568825"/>
          <p14:tracePt t="37421" x="5022850" y="4584700"/>
          <p14:tracePt t="37429" x="5022850" y="4602163"/>
          <p14:tracePt t="37446" x="5022850" y="4618038"/>
          <p14:tracePt t="37455" x="5006975" y="4633913"/>
          <p14:tracePt t="37463" x="5006975" y="4649788"/>
          <p14:tracePt t="37488" x="5006975" y="4665663"/>
          <p14:tracePt t="37509" x="4991100" y="4681538"/>
          <p14:tracePt t="37525" x="4991100" y="4699000"/>
          <p14:tracePt t="37542" x="4991100" y="4714875"/>
          <p14:tracePt t="37558" x="4991100" y="4730750"/>
          <p14:tracePt t="37567" x="4991100" y="4746625"/>
          <p14:tracePt t="37588" x="4991100" y="4762500"/>
          <p14:tracePt t="37613" x="4991100" y="4778375"/>
          <p14:tracePt t="37638" x="4991100" y="4794250"/>
          <p14:tracePt t="37706" x="4991100" y="4811713"/>
          <p14:tracePt t="38732" x="4878388" y="5092700"/>
          <p14:tracePt t="49766" x="4878388" y="5126038"/>
          <p14:tracePt t="49774" x="4878388" y="5173663"/>
          <p14:tracePt t="49782" x="4862513" y="5221288"/>
          <p14:tracePt t="49791" x="4830763" y="5326063"/>
          <p14:tracePt t="49799" x="4830763" y="5359400"/>
          <p14:tracePt t="49806" x="4813300" y="5472113"/>
          <p14:tracePt t="49815" x="4781550" y="5584825"/>
          <p14:tracePt t="49823" x="4757738" y="5705475"/>
          <p14:tracePt t="49832" x="4725988" y="5818188"/>
          <p14:tracePt t="49840" x="4708525" y="5946775"/>
          <p14:tracePt t="49848" x="4692650" y="6019800"/>
          <p14:tracePt t="49859" x="4660900" y="6100763"/>
          <p14:tracePt t="49866" x="4629150" y="6278563"/>
          <p14:tracePt t="49874" x="4629150" y="6350000"/>
          <p14:tracePt t="49882" x="4611688" y="6381750"/>
          <p14:tracePt t="49890" x="4595813" y="6415088"/>
          <p14:tracePt t="49897" x="4595813" y="6430963"/>
          <p14:tracePt t="49905" x="4595813" y="6446838"/>
          <p14:tracePt t="49914" x="4579938" y="6462713"/>
          <p14:tracePt t="49931" x="4579938" y="6478588"/>
          <p14:tracePt t="49959" x="4579938" y="6496050"/>
          <p14:tracePt t="50046" x="4579938" y="6478588"/>
          <p14:tracePt t="50054" x="4579938" y="6462713"/>
          <p14:tracePt t="50063" x="4579938" y="6430963"/>
          <p14:tracePt t="50071" x="4579938" y="6399213"/>
          <p14:tracePt t="50079" x="4579938" y="6350000"/>
          <p14:tracePt t="50088" x="4579938" y="6294438"/>
          <p14:tracePt t="50096" x="4579938" y="6261100"/>
          <p14:tracePt t="50105" x="4579938" y="6229350"/>
          <p14:tracePt t="50113" x="4579938" y="6197600"/>
          <p14:tracePt t="50121" x="4579938" y="6164263"/>
          <p14:tracePt t="50129" x="4579938" y="6148388"/>
          <p14:tracePt t="50138" x="4579938" y="6132513"/>
          <p14:tracePt t="50146" x="4579938" y="6116638"/>
          <p14:tracePt t="50155" x="4579938" y="6100763"/>
          <p14:tracePt t="50163" x="4579938" y="6084888"/>
          <p14:tracePt t="50180" x="4579938" y="6069013"/>
          <p14:tracePt t="50188" x="4579938" y="6051550"/>
          <p14:tracePt t="50213" x="4579938" y="6035675"/>
          <p14:tracePt t="50235" x="4595813" y="6019800"/>
          <p14:tracePt t="50259" x="4595813" y="6003925"/>
          <p14:tracePt t="50275" x="4595813" y="5988050"/>
          <p14:tracePt t="50284" x="4611688" y="5972175"/>
          <p14:tracePt t="50292" x="4611688" y="5946775"/>
          <p14:tracePt t="50300" x="4611688" y="5930900"/>
          <p14:tracePt t="50309" x="4611688" y="5915025"/>
          <p14:tracePt t="50317" x="4629150" y="5899150"/>
          <p14:tracePt t="50325" x="4629150" y="5883275"/>
          <p14:tracePt t="50333" x="4645025" y="5867400"/>
          <p14:tracePt t="50342" x="4645025" y="5849938"/>
          <p14:tracePt t="50350" x="4660900" y="5834063"/>
          <p14:tracePt t="50359" x="4660900" y="5818188"/>
          <p14:tracePt t="50367" x="4676775" y="5802313"/>
          <p14:tracePt t="50375" x="4676775" y="5786438"/>
          <p14:tracePt t="50384" x="4676775" y="5754688"/>
          <p14:tracePt t="50392" x="4692650" y="5737225"/>
          <p14:tracePt t="50401" x="4708525" y="5689600"/>
          <p14:tracePt t="50409" x="4708525" y="5673725"/>
          <p14:tracePt t="50417" x="4725988" y="5657850"/>
          <p14:tracePt t="51433" x="4548188" y="5359400"/>
          <p14:tracePt t="51451" x="4548188" y="5343525"/>
          <p14:tracePt t="51462" x="4548188" y="5326063"/>
          <p14:tracePt t="51469" x="4548188" y="5310188"/>
          <p14:tracePt t="51474" x="4548188" y="5278438"/>
          <p14:tracePt t="51481" x="4548188" y="5246688"/>
          <p14:tracePt t="52229" x="4548188" y="5278438"/>
          <p14:tracePt t="52237" x="4548188" y="5294313"/>
          <p14:tracePt t="52245" x="4548188" y="5343525"/>
          <p14:tracePt t="52253" x="4548188" y="5375275"/>
          <p14:tracePt t="52261" x="4548188" y="5391150"/>
          <p14:tracePt t="52269" x="4564063" y="5422900"/>
          <p14:tracePt t="52276" x="4564063" y="5440363"/>
          <p14:tracePt t="52292" x="4579938" y="5472113"/>
          <p14:tracePt t="52300" x="4579938" y="5487988"/>
          <p14:tracePt t="52317" x="4579938" y="5503863"/>
          <p14:tracePt t="52334" x="4579938" y="5519738"/>
          <p14:tracePt t="52347" x="4579938" y="5535613"/>
          <p14:tracePt t="52379" x="4595813" y="5553075"/>
          <p14:tracePt t="52410" x="4595813" y="5568950"/>
          <p14:tracePt t="53688" x="4595813" y="5553075"/>
          <p14:tracePt t="53696" x="4595813" y="5535613"/>
          <p14:tracePt t="53703" x="4611688" y="5535613"/>
          <p14:tracePt t="54726" x="4660900" y="5060950"/>
          <p14:tracePt t="54736" x="4660900" y="5013325"/>
          <p14:tracePt t="54742" x="4660900" y="4995863"/>
          <p14:tracePt t="54750" x="4660900" y="4948238"/>
          <p14:tracePt t="54759" x="4660900" y="4883150"/>
          <p14:tracePt t="54767" x="4660900" y="4811713"/>
          <p14:tracePt t="54775" x="4660900" y="4762500"/>
          <p14:tracePt t="54792" x="4660900" y="4730750"/>
          <p14:tracePt t="54809" x="4660900" y="4714875"/>
          <p14:tracePt t="54842" x="4660900" y="4699000"/>
          <p14:tracePt t="54871" x="4676775" y="4699000"/>
          <p14:tracePt t="54888" x="4692650" y="4730750"/>
          <p14:tracePt t="54896" x="4708525" y="4746625"/>
          <p14:tracePt t="54901" x="4725988" y="4762500"/>
          <p14:tracePt t="54909" x="4725988" y="4794250"/>
          <p14:tracePt t="54917" x="4741863" y="4811713"/>
          <p14:tracePt t="54925" x="4741863" y="4827588"/>
          <p14:tracePt t="54934" x="4757738" y="4859338"/>
          <p14:tracePt t="54942" x="4757738" y="4883150"/>
          <p14:tracePt t="54950" x="4757738" y="4899025"/>
          <p14:tracePt t="54959" x="4757738" y="4932363"/>
          <p14:tracePt t="54967" x="4757738" y="4948238"/>
          <p14:tracePt t="54975" x="4757738" y="4964113"/>
          <p14:tracePt t="54983" x="4757738" y="4995863"/>
          <p14:tracePt t="54992" x="4757738" y="5013325"/>
          <p14:tracePt t="55000" x="4757738" y="5029200"/>
          <p14:tracePt t="55009" x="4741863" y="5060950"/>
          <p14:tracePt t="55017" x="4741863" y="5076825"/>
          <p14:tracePt t="55025" x="4725988" y="5108575"/>
          <p14:tracePt t="55042" x="4708525" y="5126038"/>
          <p14:tracePt t="55050" x="4708525" y="5141913"/>
          <p14:tracePt t="55059" x="4692650" y="5157788"/>
          <p14:tracePt t="55067" x="4676775" y="5157788"/>
          <p14:tracePt t="55075" x="4676775" y="5173663"/>
          <p14:tracePt t="55100" x="4676775" y="5189538"/>
          <p14:tracePt t="55108" x="4660900" y="5189538"/>
          <p14:tracePt t="55138" x="4660900" y="5205413"/>
          <p14:tracePt t="55160" x="4645025" y="5205413"/>
          <p14:tracePt t="55184" x="4645025" y="5221288"/>
          <p14:tracePt t="55209" x="4629150" y="5246688"/>
          <p14:tracePt t="55231" x="4629150" y="5262563"/>
          <p14:tracePt t="55254" x="4611688" y="5262563"/>
          <p14:tracePt t="55263" x="4611688" y="5278438"/>
          <p14:tracePt t="55288" x="4611688" y="5294313"/>
          <p14:tracePt t="55296" x="4595813" y="5310188"/>
          <p14:tracePt t="55325" x="4595813" y="5326063"/>
          <p14:tracePt t="55342" x="4595813" y="5343525"/>
          <p14:tracePt t="55358" x="4579938" y="5359400"/>
          <p14:tracePt t="55381" x="4579938" y="5375275"/>
          <p14:tracePt t="55515" x="4579938" y="5359400"/>
          <p14:tracePt t="55531" x="4595813" y="5343525"/>
          <p14:tracePt t="55539" x="4595813" y="5326063"/>
          <p14:tracePt t="55547" x="4611688" y="5326063"/>
          <p14:tracePt t="55563" x="4629150" y="5326063"/>
          <p14:tracePt t="55571" x="4629150" y="5310188"/>
          <p14:tracePt t="55588" x="4645025" y="5310188"/>
          <p14:tracePt t="55746" x="4645025" y="5326063"/>
          <p14:tracePt t="55767" x="4629150" y="5343525"/>
          <p14:tracePt t="55775" x="4611688" y="5343525"/>
          <p14:tracePt t="55792" x="4595813" y="5359400"/>
          <p14:tracePt t="56820" x="4741863" y="5440363"/>
        </p14:tracePtLst>
      </p14:laserTraceLst>
    </p:ext>
  </p:extLs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93B547-B201-8C76-280A-42E8791EF9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41CD325-029D-EA64-3FA2-A737CF8B1D7F}"/>
              </a:ext>
            </a:extLst>
          </p:cNvPr>
          <p:cNvSpPr>
            <a:spLocks/>
          </p:cNvSpPr>
          <p:nvPr/>
        </p:nvSpPr>
        <p:spPr>
          <a:xfrm>
            <a:off x="0" y="0"/>
            <a:ext cx="12192000" cy="134532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cap="rnd">
            <a:noFill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18A46C-9546-3AE3-3DC0-3CBF11C03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7307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Other important file formats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DA8356-A90C-1F9C-5260-CADF343442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GFF/GTF: Describe location of features like genes, exon etc.</a:t>
            </a:r>
          </a:p>
          <a:p>
            <a:pPr>
              <a:lnSpc>
                <a:spcPct val="150000"/>
              </a:lnSpc>
            </a:pPr>
            <a:r>
              <a:rPr lang="en-US" dirty="0"/>
              <a:t>VCF: Stores information like SNP, insertions, deletions etc. </a:t>
            </a:r>
          </a:p>
          <a:p>
            <a:pPr>
              <a:lnSpc>
                <a:spcPct val="150000"/>
              </a:lnSpc>
            </a:pPr>
            <a:r>
              <a:rPr lang="en-US" dirty="0"/>
              <a:t>SAM/BAM: Stores aligned sequence data</a:t>
            </a:r>
          </a:p>
          <a:p>
            <a:pPr>
              <a:lnSpc>
                <a:spcPct val="150000"/>
              </a:lnSpc>
            </a:pPr>
            <a:r>
              <a:rPr lang="en-US" dirty="0"/>
              <a:t>BED: Stores genomic coordinates of features like genes, exons, introns etc.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32791F-307D-FC49-0E46-403598B7B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8B392-A47D-8640-B354-96308D2DF629}" type="slidenum">
              <a:rPr lang="en-US" smtClean="0"/>
              <a:t>9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092878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2016"/>
    </mc:Choice>
    <mc:Fallback xmlns="">
      <p:transition spd="slow" advTm="8201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  <p:extLst>
    <p:ext uri="{3A86A75C-4F4B-4683-9AE1-C65F6400EC91}">
      <p14:laserTraceLst xmlns:p14="http://schemas.microsoft.com/office/powerpoint/2010/main">
        <p14:tracePtLst>
          <p14:tracePt t="54756" x="4741863" y="5343525"/>
          <p14:tracePt t="54764" x="4813300" y="5246688"/>
          <p14:tracePt t="54772" x="4878388" y="5157788"/>
          <p14:tracePt t="54780" x="4926013" y="5076825"/>
          <p14:tracePt t="54789" x="4959350" y="5013325"/>
          <p14:tracePt t="54797" x="5022850" y="4948238"/>
          <p14:tracePt t="54806" x="5072063" y="4843463"/>
          <p14:tracePt t="54814" x="5103813" y="4794250"/>
          <p14:tracePt t="54822" x="5176838" y="4665663"/>
          <p14:tracePt t="54830" x="5257800" y="4521200"/>
          <p14:tracePt t="54839" x="5305425" y="4367213"/>
          <p14:tracePt t="54847" x="5338763" y="4238625"/>
          <p14:tracePt t="54855" x="5370513" y="4086225"/>
          <p14:tracePt t="54864" x="5418138" y="3876675"/>
          <p14:tracePt t="54872" x="5451475" y="3690938"/>
          <p14:tracePt t="54880" x="5499100" y="3513138"/>
          <p14:tracePt t="54889" x="5514975" y="3295650"/>
          <p14:tracePt t="54897" x="5572125" y="3119438"/>
          <p14:tracePt t="54905" x="5588000" y="2933700"/>
          <p14:tracePt t="54914" x="5619750" y="2755900"/>
          <p14:tracePt t="54922" x="5635625" y="2682875"/>
          <p14:tracePt t="54931" x="5653088" y="2538413"/>
          <p14:tracePt t="54939" x="5668963" y="2441575"/>
          <p14:tracePt t="54947" x="5668963" y="2336800"/>
          <p14:tracePt t="54956" x="5668963" y="2192338"/>
          <p14:tracePt t="54964" x="5668963" y="2143125"/>
          <p14:tracePt t="54980" x="5668963" y="2046288"/>
          <p14:tracePt t="54989" x="5668963" y="2014538"/>
          <p14:tracePt t="54997" x="5635625" y="1941513"/>
          <p14:tracePt t="55005" x="5588000" y="1844675"/>
          <p14:tracePt t="55014" x="5540375" y="1797050"/>
          <p14:tracePt t="55022" x="5467350" y="1700213"/>
          <p14:tracePt t="55030" x="5402263" y="1595438"/>
          <p14:tracePt t="55038" x="5338763" y="1498600"/>
          <p14:tracePt t="55047" x="5241925" y="1385888"/>
          <p14:tracePt t="55055" x="5176838" y="1249363"/>
          <p14:tracePt t="55064" x="5103813" y="1152525"/>
          <p14:tracePt t="55072" x="5040313" y="1039813"/>
          <p14:tracePt t="55080" x="4959350" y="911225"/>
          <p14:tracePt t="55089" x="4894263" y="773113"/>
          <p14:tracePt t="55097" x="4846638" y="693738"/>
          <p14:tracePt t="55105" x="4757738" y="458788"/>
          <p14:tracePt t="55114" x="4757738" y="395288"/>
          <p14:tracePt t="55122" x="4692650" y="233363"/>
          <p14:tracePt t="55130" x="4676775" y="80963"/>
        </p14:tracePtLst>
      </p14:laserTraceLst>
    </p:ext>
  </p:extLs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1EEB78-8807-86C8-2A20-143F8ECAD5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369169B4-4C87-0B5C-571D-14A202B63135}"/>
              </a:ext>
            </a:extLst>
          </p:cNvPr>
          <p:cNvSpPr/>
          <p:nvPr/>
        </p:nvSpPr>
        <p:spPr>
          <a:xfrm>
            <a:off x="625549" y="1690254"/>
            <a:ext cx="10940902" cy="3477491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Importance of read quality in bioinformatics analysis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30A64AB-59DE-C0A9-11C0-15887913A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8B392-A47D-8640-B354-96308D2DF62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3858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402"/>
    </mc:Choice>
    <mc:Fallback xmlns="">
      <p:transition spd="slow" advTm="11402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98D90F-1689-291E-305F-E70B297065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8EEC83E-2706-EFD2-6970-770DEBF74699}"/>
              </a:ext>
            </a:extLst>
          </p:cNvPr>
          <p:cNvSpPr>
            <a:spLocks/>
          </p:cNvSpPr>
          <p:nvPr/>
        </p:nvSpPr>
        <p:spPr>
          <a:xfrm>
            <a:off x="0" y="0"/>
            <a:ext cx="12192000" cy="134532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cap="rnd">
            <a:noFill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FC1107-F209-DFBC-A15E-55B8D1D9A6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7307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Importance of read quality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4E9688-5B16-70D1-898C-64A34221CF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Read quality determines: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 the accuracy and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reliability of the data 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If the data is useable for downstream analysis</a:t>
            </a:r>
          </a:p>
          <a:p>
            <a:pPr>
              <a:lnSpc>
                <a:spcPct val="150000"/>
              </a:lnSpc>
            </a:pPr>
            <a:r>
              <a:rPr lang="en-US" dirty="0"/>
              <a:t>Our analysis is guided by our goal and not the tool we are using.</a:t>
            </a:r>
          </a:p>
          <a:p>
            <a:pPr>
              <a:lnSpc>
                <a:spcPct val="150000"/>
              </a:lnSpc>
            </a:pPr>
            <a:r>
              <a:rPr lang="en-US" dirty="0"/>
              <a:t> A common tool used to assess read quality is FastQC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800054-B8C5-55BE-DEF4-0C2232FC2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8B392-A47D-8640-B354-96308D2DF629}" type="slidenum">
              <a:rPr lang="en-US" smtClean="0"/>
              <a:t>11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841286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9738"/>
    </mc:Choice>
    <mc:Fallback xmlns="">
      <p:transition spd="slow" advTm="20973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3" grpId="1" build="p"/>
    </p:bldLst>
  </p:timing>
  <p:extLst>
    <p:ext uri="{3A86A75C-4F4B-4683-9AE1-C65F6400EC91}">
      <p14:laserTraceLst xmlns:p14="http://schemas.microsoft.com/office/powerpoint/2010/main">
        <p14:tracePtLst>
          <p14:tracePt t="164432" x="8272463" y="693738"/>
          <p14:tracePt t="164443" x="8167688" y="1765300"/>
          <p14:tracePt t="164450" x="8167688" y="1941513"/>
          <p14:tracePt t="166115" x="12111038" y="6792913"/>
          <p14:tracePt t="168894" x="12176125" y="233363"/>
          <p14:tracePt t="168905" x="12160250" y="233363"/>
          <p14:tracePt t="168915" x="12126913" y="217488"/>
          <p14:tracePt t="169944" x="11579225" y="96838"/>
          <p14:tracePt t="172576" x="11610975" y="96838"/>
          <p14:tracePt t="172584" x="11636375" y="112713"/>
          <p14:tracePt t="172592" x="11668125" y="128588"/>
          <p14:tracePt t="204023" x="11974513" y="5141913"/>
          <p14:tracePt t="204035" x="11909425" y="5141913"/>
          <p14:tracePt t="204041" x="11845925" y="5157788"/>
          <p14:tracePt t="207193" x="12160250" y="6729413"/>
          <p14:tracePt t="207202" x="12144375" y="6729413"/>
          <p14:tracePt t="207211" x="12111038" y="6729413"/>
        </p14:tracePtLst>
      </p14:laserTraceLst>
    </p:ext>
  </p:extLs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3DE790-EDF2-65C9-4C67-B4C93ED47A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EBF63EF8-B237-3C2F-1F09-6A91807A3AF8}"/>
              </a:ext>
            </a:extLst>
          </p:cNvPr>
          <p:cNvSpPr/>
          <p:nvPr/>
        </p:nvSpPr>
        <p:spPr>
          <a:xfrm>
            <a:off x="724141" y="1690254"/>
            <a:ext cx="10743717" cy="3477491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Bash Basics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810D4B2-3482-9925-975A-D3C3B7F30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8B392-A47D-8640-B354-96308D2DF62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9575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261"/>
    </mc:Choice>
    <mc:Fallback xmlns="">
      <p:transition spd="slow" advTm="1026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019BA0-E119-785E-CB90-4EBCDC8278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2E936BA-6642-8D02-E445-00E86AA4A75B}"/>
              </a:ext>
            </a:extLst>
          </p:cNvPr>
          <p:cNvSpPr>
            <a:spLocks/>
          </p:cNvSpPr>
          <p:nvPr/>
        </p:nvSpPr>
        <p:spPr>
          <a:xfrm>
            <a:off x="0" y="0"/>
            <a:ext cx="12192000" cy="134532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cap="rnd">
            <a:noFill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872591-5465-773B-0B3C-85D78F3E9D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7307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Bash Basics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B7718C-4914-9B53-12A0-32068BB33A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75068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dirty="0"/>
              <a:t>BASH (Bourne Again </a:t>
            </a:r>
            <a:r>
              <a:rPr lang="en-US" dirty="0" err="1"/>
              <a:t>SHell</a:t>
            </a:r>
            <a:r>
              <a:rPr lang="en-US" dirty="0"/>
              <a:t>) – is a command line interpreter (shell) and a scripting language.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Why use the command line</a:t>
            </a:r>
          </a:p>
          <a:p>
            <a:pPr>
              <a:lnSpc>
                <a:spcPct val="150000"/>
              </a:lnSpc>
            </a:pPr>
            <a:r>
              <a:rPr lang="en-US" dirty="0"/>
              <a:t>It allows easy access to files: genomic data are usually large </a:t>
            </a:r>
          </a:p>
          <a:p>
            <a:pPr>
              <a:lnSpc>
                <a:spcPct val="150000"/>
              </a:lnSpc>
            </a:pPr>
            <a:r>
              <a:rPr lang="en-US" dirty="0"/>
              <a:t>Automate repetitive task</a:t>
            </a:r>
          </a:p>
          <a:p>
            <a:pPr>
              <a:lnSpc>
                <a:spcPct val="150000"/>
              </a:lnSpc>
            </a:pPr>
            <a:r>
              <a:rPr lang="en-US" dirty="0"/>
              <a:t>Speed and efficiency e.g., moving/copying large files</a:t>
            </a:r>
          </a:p>
          <a:p>
            <a:pPr>
              <a:lnSpc>
                <a:spcPct val="150000"/>
              </a:lnSpc>
            </a:pPr>
            <a:r>
              <a:rPr lang="en-US" dirty="0"/>
              <a:t>Remote server connection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90161B-DE39-D336-0702-A39E6CAE0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8B392-A47D-8640-B354-96308D2DF629}" type="slidenum">
              <a:rPr lang="en-US" smtClean="0"/>
              <a:t>13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40661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30741"/>
    </mc:Choice>
    <mc:Fallback xmlns="">
      <p:transition spd="slow" advTm="23074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C74116-516F-227E-D979-3FCC04CD20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FC774539-271C-845A-AC9C-65084F15C0B0}"/>
              </a:ext>
            </a:extLst>
          </p:cNvPr>
          <p:cNvSpPr/>
          <p:nvPr/>
        </p:nvSpPr>
        <p:spPr>
          <a:xfrm>
            <a:off x="724141" y="1690254"/>
            <a:ext cx="10743717" cy="3477491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Thank you for your time</a:t>
            </a:r>
          </a:p>
          <a:p>
            <a:pPr algn="ctr"/>
            <a:r>
              <a:rPr lang="en-US" sz="3200" dirty="0">
                <a:solidFill>
                  <a:schemeClr val="tx1"/>
                </a:solidFill>
              </a:rPr>
              <a:t>Practical session…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62B3741-A0C0-6907-EE1B-81A140F95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8B392-A47D-8640-B354-96308D2DF629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7934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509"/>
    </mc:Choice>
    <mc:Fallback xmlns="">
      <p:transition spd="slow" advTm="19509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B917BA-24C1-41B0-BD5A-86B127D74B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4993848-CB7B-F60C-9142-C7153B61F725}"/>
              </a:ext>
            </a:extLst>
          </p:cNvPr>
          <p:cNvSpPr>
            <a:spLocks/>
          </p:cNvSpPr>
          <p:nvPr/>
        </p:nvSpPr>
        <p:spPr>
          <a:xfrm>
            <a:off x="0" y="0"/>
            <a:ext cx="12192000" cy="134532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cap="rnd">
            <a:noFill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C33F28-70ED-C7B6-EA32-DA309025F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7307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Useful links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8C2018-7F2C-6A7A-C3DF-A745BB2F0F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>
                <a:hlinkClick r:id="rId2"/>
              </a:rPr>
              <a:t>https://tinyurl.com/22s653hs</a:t>
            </a:r>
            <a:r>
              <a:rPr lang="en-US" dirty="0"/>
              <a:t>: Genomic Files 101</a:t>
            </a:r>
          </a:p>
          <a:p>
            <a:pPr>
              <a:lnSpc>
                <a:spcPct val="150000"/>
              </a:lnSpc>
            </a:pPr>
            <a:r>
              <a:rPr lang="en-US" dirty="0">
                <a:hlinkClick r:id="rId3"/>
              </a:rPr>
              <a:t>https://tinyurl.com/456str2s</a:t>
            </a:r>
            <a:r>
              <a:rPr lang="en-US" dirty="0"/>
              <a:t>: Journey through bioinformatics file formats </a:t>
            </a:r>
          </a:p>
          <a:p>
            <a:pPr>
              <a:lnSpc>
                <a:spcPct val="150000"/>
              </a:lnSpc>
            </a:pPr>
            <a:r>
              <a:rPr lang="en-US" dirty="0">
                <a:hlinkClick r:id="rId4"/>
              </a:rPr>
              <a:t>https://datacarpentry.github.io/wrangling-genomics/instructor/aio.html</a:t>
            </a:r>
            <a:r>
              <a:rPr lang="en-US" dirty="0"/>
              <a:t>: Data carpentry course on genomic data wrangling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E0F870-D655-BFE4-7CEE-6377FDA09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8B392-A47D-8640-B354-96308D2DF629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09393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3174"/>
    </mc:Choice>
    <mc:Fallback xmlns="">
      <p:transition spd="slow" advTm="33174"/>
    </mc:Fallback>
  </mc:AlternateContent>
  <p:extLst>
    <p:ext uri="{3A86A75C-4F4B-4683-9AE1-C65F6400EC91}">
      <p14:laserTraceLst xmlns:p14="http://schemas.microsoft.com/office/powerpoint/2010/main">
        <p14:tracePtLst>
          <p14:tracePt t="30672" x="5103813" y="6713538"/>
          <p14:tracePt t="30692" x="5160963" y="6591300"/>
          <p14:tracePt t="30702" x="5192713" y="6462713"/>
        </p14:tracePtLst>
      </p14:laserTraceLst>
    </p:ext>
  </p:extLs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6D9EB8-D520-44F0-BCC4-E23604D5E6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22615EB-E71C-7690-7D98-5BB64AC8AFD1}"/>
              </a:ext>
            </a:extLst>
          </p:cNvPr>
          <p:cNvSpPr>
            <a:spLocks/>
          </p:cNvSpPr>
          <p:nvPr/>
        </p:nvSpPr>
        <p:spPr>
          <a:xfrm>
            <a:off x="0" y="0"/>
            <a:ext cx="12192000" cy="134532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cap="rnd">
            <a:noFill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7DD4DA-0986-5973-4FD0-8145FF4E3A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7307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Mac vs Windows (MobaXterm)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0AC4BC5-F1FD-E708-65C6-11534929FEB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40390490"/>
              </p:ext>
            </p:extLst>
          </p:nvPr>
        </p:nvGraphicFramePr>
        <p:xfrm>
          <a:off x="1123620" y="1574983"/>
          <a:ext cx="10230180" cy="2666980"/>
        </p:xfrm>
        <a:graphic>
          <a:graphicData uri="http://schemas.openxmlformats.org/drawingml/2006/table">
            <a:tbl>
              <a:tblPr/>
              <a:tblGrid>
                <a:gridCol w="3410060">
                  <a:extLst>
                    <a:ext uri="{9D8B030D-6E8A-4147-A177-3AD203B41FA5}">
                      <a16:colId xmlns:a16="http://schemas.microsoft.com/office/drawing/2014/main" val="3442422076"/>
                    </a:ext>
                  </a:extLst>
                </a:gridCol>
                <a:gridCol w="3410060">
                  <a:extLst>
                    <a:ext uri="{9D8B030D-6E8A-4147-A177-3AD203B41FA5}">
                      <a16:colId xmlns:a16="http://schemas.microsoft.com/office/drawing/2014/main" val="2064336347"/>
                    </a:ext>
                  </a:extLst>
                </a:gridCol>
                <a:gridCol w="3410060">
                  <a:extLst>
                    <a:ext uri="{9D8B030D-6E8A-4147-A177-3AD203B41FA5}">
                      <a16:colId xmlns:a16="http://schemas.microsoft.com/office/drawing/2014/main" val="2866754834"/>
                    </a:ext>
                  </a:extLst>
                </a:gridCol>
              </a:tblGrid>
              <a:tr h="562385"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GB" sz="2000" b="1" dirty="0">
                          <a:effectLst/>
                          <a:latin typeface="+mn-lt"/>
                        </a:rPr>
                        <a:t>Action</a:t>
                      </a:r>
                    </a:p>
                  </a:txBody>
                  <a:tcPr marL="47625" marR="47625" marT="47625" marB="476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GB" sz="2000" b="1" dirty="0">
                          <a:effectLst/>
                          <a:latin typeface="+mn-lt"/>
                        </a:rPr>
                        <a:t>Mac</a:t>
                      </a:r>
                    </a:p>
                  </a:txBody>
                  <a:tcPr marL="47625" marR="47625" marT="47625" marB="476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GB" sz="2000" b="1" dirty="0">
                          <a:effectLst/>
                          <a:latin typeface="+mn-lt"/>
                        </a:rPr>
                        <a:t>Windows (MobaXterm)</a:t>
                      </a:r>
                    </a:p>
                  </a:txBody>
                  <a:tcPr marL="47625" marR="47625" marT="47625" marB="476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2964072"/>
                  </a:ext>
                </a:extLst>
              </a:tr>
              <a:tr h="562385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GB" sz="2000" dirty="0">
                          <a:effectLst/>
                          <a:latin typeface="+mn-lt"/>
                        </a:rPr>
                        <a:t>Copy text</a:t>
                      </a:r>
                    </a:p>
                  </a:txBody>
                  <a:tcPr marL="47625" marR="47625" marT="47625" marB="47625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GB" sz="2000" dirty="0" err="1">
                          <a:effectLst/>
                          <a:latin typeface="+mn-lt"/>
                        </a:rPr>
                        <a:t>Cmd</a:t>
                      </a:r>
                      <a:r>
                        <a:rPr lang="en-GB" sz="2000" dirty="0">
                          <a:effectLst/>
                          <a:latin typeface="+mn-lt"/>
                        </a:rPr>
                        <a:t> + C</a:t>
                      </a:r>
                    </a:p>
                  </a:txBody>
                  <a:tcPr marL="47625" marR="47625" marT="47625" marB="47625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GB" sz="2000" dirty="0">
                          <a:effectLst/>
                          <a:latin typeface="+mn-lt"/>
                        </a:rPr>
                        <a:t>Ctrl + C ‼️</a:t>
                      </a:r>
                    </a:p>
                  </a:txBody>
                  <a:tcPr marL="47625" marR="47625" marT="47625" marB="47625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5836664"/>
                  </a:ext>
                </a:extLst>
              </a:tr>
              <a:tr h="562385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GB" sz="2000">
                          <a:effectLst/>
                          <a:latin typeface="+mn-lt"/>
                        </a:rPr>
                        <a:t>Paste text</a:t>
                      </a:r>
                    </a:p>
                  </a:txBody>
                  <a:tcPr marL="47625" marR="47625" marT="47625" marB="47625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GB" sz="2000">
                          <a:effectLst/>
                          <a:latin typeface="+mn-lt"/>
                        </a:rPr>
                        <a:t>Cmd + V</a:t>
                      </a:r>
                    </a:p>
                  </a:txBody>
                  <a:tcPr marL="47625" marR="47625" marT="47625" marB="47625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GB" sz="2000" dirty="0">
                          <a:effectLst/>
                          <a:latin typeface="+mn-lt"/>
                        </a:rPr>
                        <a:t>Ctrl + V or right-click</a:t>
                      </a:r>
                    </a:p>
                  </a:txBody>
                  <a:tcPr marL="47625" marR="47625" marT="47625" marB="47625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7829108"/>
                  </a:ext>
                </a:extLst>
              </a:tr>
              <a:tr h="979825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GB" sz="2000" dirty="0">
                          <a:effectLst/>
                          <a:latin typeface="+mn-lt"/>
                        </a:rPr>
                        <a:t>Interrupt a running command</a:t>
                      </a:r>
                    </a:p>
                  </a:txBody>
                  <a:tcPr marL="47625" marR="47625" marT="47625" marB="47625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GB" sz="2000" dirty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Ctrl + C</a:t>
                      </a:r>
                    </a:p>
                  </a:txBody>
                  <a:tcPr marL="47625" marR="47625" marT="47625" marB="47625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GB" sz="2000" dirty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Ctrl + C</a:t>
                      </a:r>
                    </a:p>
                  </a:txBody>
                  <a:tcPr marL="47625" marR="47625" marT="47625" marB="47625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1155340"/>
                  </a:ext>
                </a:extLst>
              </a:tr>
            </a:tbl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02C1D2-DF78-CC49-E5E8-B73F46A22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8B392-A47D-8640-B354-96308D2DF629}" type="slidenum">
              <a:rPr lang="en-US" smtClean="0"/>
              <a:t>16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B958EE-8FAC-5B24-CA67-781FABC60257}"/>
              </a:ext>
            </a:extLst>
          </p:cNvPr>
          <p:cNvSpPr txBox="1"/>
          <p:nvPr/>
        </p:nvSpPr>
        <p:spPr>
          <a:xfrm>
            <a:off x="1703496" y="3872631"/>
            <a:ext cx="8958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0" i="0" dirty="0">
                <a:solidFill>
                  <a:srgbClr val="333333"/>
                </a:solidFill>
                <a:effectLst/>
                <a:latin typeface="Helvetica Neue" panose="02000503000000020004" pitchFamily="2" charset="0"/>
              </a:rPr>
              <a:t>‼️ </a:t>
            </a:r>
            <a:r>
              <a:rPr lang="en-GB" b="1" i="0" dirty="0">
                <a:solidFill>
                  <a:srgbClr val="333333"/>
                </a:solidFill>
                <a:effectLst/>
                <a:latin typeface="Helvetica Neue" panose="02000503000000020004" pitchFamily="2" charset="0"/>
              </a:rPr>
              <a:t>Critical warning for Windows users: </a:t>
            </a:r>
            <a:r>
              <a:rPr lang="en-GB" dirty="0">
                <a:solidFill>
                  <a:srgbClr val="FF0000"/>
                </a:solidFill>
              </a:rPr>
              <a:t>Ctrl + C interrupts a running command</a:t>
            </a:r>
            <a:r>
              <a:rPr lang="en-GB" b="1" i="0" dirty="0">
                <a:solidFill>
                  <a:srgbClr val="333333"/>
                </a:solidFill>
                <a:effectLst/>
                <a:latin typeface="Helvetica Neue" panose="02000503000000020004" pitchFamily="2" charset="0"/>
              </a:rPr>
              <a:t> 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8B7FADD-2A77-D481-B07E-BCC149740345}"/>
              </a:ext>
            </a:extLst>
          </p:cNvPr>
          <p:cNvSpPr txBox="1"/>
          <p:nvPr/>
        </p:nvSpPr>
        <p:spPr>
          <a:xfrm>
            <a:off x="78634" y="5357029"/>
            <a:ext cx="235431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Copying a file path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097B605-8D25-934F-A1F8-ADD1353808D8}"/>
              </a:ext>
            </a:extLst>
          </p:cNvPr>
          <p:cNvSpPr txBox="1"/>
          <p:nvPr/>
        </p:nvSpPr>
        <p:spPr>
          <a:xfrm>
            <a:off x="6986752" y="4895365"/>
            <a:ext cx="520524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000" b="1" dirty="0"/>
              <a:t>Windows</a:t>
            </a:r>
            <a:r>
              <a:rPr lang="en-US" sz="2000" dirty="0"/>
              <a:t>:   </a:t>
            </a:r>
            <a:r>
              <a:rPr lang="en-GB" sz="2000" dirty="0"/>
              <a:t>C:</a:t>
            </a:r>
            <a:r>
              <a:rPr lang="en-GB" sz="2000" dirty="0">
                <a:solidFill>
                  <a:srgbClr val="FF0000"/>
                </a:solidFill>
              </a:rPr>
              <a:t>\</a:t>
            </a:r>
            <a:r>
              <a:rPr lang="en-GB" sz="2000" dirty="0"/>
              <a:t>Users</a:t>
            </a:r>
            <a:r>
              <a:rPr lang="en-GB" sz="2000" dirty="0">
                <a:solidFill>
                  <a:srgbClr val="FF0000"/>
                </a:solidFill>
              </a:rPr>
              <a:t>\</a:t>
            </a:r>
            <a:r>
              <a:rPr lang="en-GB" sz="2000" dirty="0"/>
              <a:t>Name</a:t>
            </a:r>
            <a:r>
              <a:rPr lang="en-GB" sz="2000" dirty="0">
                <a:solidFill>
                  <a:srgbClr val="FF0000"/>
                </a:solidFill>
              </a:rPr>
              <a:t>\</a:t>
            </a:r>
            <a:r>
              <a:rPr lang="en-GB" sz="2000" dirty="0"/>
              <a:t>Downloads</a:t>
            </a:r>
          </a:p>
          <a:p>
            <a:r>
              <a:rPr lang="en-GB" sz="2000" b="1" dirty="0"/>
              <a:t>Mac</a:t>
            </a:r>
            <a:r>
              <a:rPr lang="en-GB" sz="2000" dirty="0"/>
              <a:t>: /Users/username/Downloads/</a:t>
            </a:r>
          </a:p>
          <a:p>
            <a:pPr marL="0" indent="0">
              <a:buNone/>
            </a:pPr>
            <a:endParaRPr lang="en-GB" sz="2000" dirty="0"/>
          </a:p>
          <a:p>
            <a:pPr marL="0" indent="0">
              <a:buNone/>
            </a:pPr>
            <a:r>
              <a:rPr lang="en-GB" sz="2000" dirty="0"/>
              <a:t>You must change them to a forward slash (</a:t>
            </a:r>
            <a:r>
              <a:rPr lang="en-GB" sz="2000" dirty="0">
                <a:solidFill>
                  <a:srgbClr val="FF0000"/>
                </a:solidFill>
              </a:rPr>
              <a:t>/</a:t>
            </a:r>
            <a:r>
              <a:rPr lang="en-GB" sz="2000" dirty="0"/>
              <a:t>)</a:t>
            </a:r>
          </a:p>
        </p:txBody>
      </p:sp>
      <p:pic>
        <p:nvPicPr>
          <p:cNvPr id="1026" name="Picture 2" descr="Highlighted menu item for Copy as path.">
            <a:extLst>
              <a:ext uri="{FF2B5EF4-FFF2-40B4-BE49-F238E27FC236}">
                <a16:creationId xmlns:a16="http://schemas.microsoft.com/office/drawing/2014/main" id="{43664D2F-9E11-F84C-961F-5517E562AB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0750" y="4377701"/>
            <a:ext cx="1694294" cy="22745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9CC2DB0F-FA66-2CB8-24EE-6DEE77E928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2843" y="4251451"/>
            <a:ext cx="952932" cy="2606549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CDB08434-FE4B-3904-2CC2-0031C7388C27}"/>
              </a:ext>
            </a:extLst>
          </p:cNvPr>
          <p:cNvSpPr txBox="1"/>
          <p:nvPr/>
        </p:nvSpPr>
        <p:spPr>
          <a:xfrm>
            <a:off x="2670750" y="6652291"/>
            <a:ext cx="68320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Pinterest</a:t>
            </a:r>
          </a:p>
        </p:txBody>
      </p:sp>
    </p:spTree>
    <p:extLst>
      <p:ext uri="{BB962C8B-B14F-4D97-AF65-F5344CB8AC3E}">
        <p14:creationId xmlns:p14="http://schemas.microsoft.com/office/powerpoint/2010/main" val="2586245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2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ED59AA-7DDF-65AB-ADBE-489B2E0B8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8AD95FA-F10D-2660-5497-65B9951A85FF}"/>
              </a:ext>
            </a:extLst>
          </p:cNvPr>
          <p:cNvSpPr>
            <a:spLocks/>
          </p:cNvSpPr>
          <p:nvPr/>
        </p:nvSpPr>
        <p:spPr>
          <a:xfrm>
            <a:off x="0" y="0"/>
            <a:ext cx="12192000" cy="134532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cap="rnd">
            <a:noFill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C3FAAC-8AF1-206A-694D-C6F23F33E3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7307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Types of file paths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AB513C-C1AE-F992-19F5-AEA0E4F11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8B392-A47D-8640-B354-96308D2DF629}" type="slidenum">
              <a:rPr lang="en-US" smtClean="0"/>
              <a:t>17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A7B4514-8F6E-73EC-EB62-B10CA917C4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53835"/>
            <a:ext cx="10996448" cy="463104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Full (absolute) path: </a:t>
            </a:r>
          </a:p>
          <a:p>
            <a:pPr latinLnBrk="1">
              <a:buClr>
                <a:schemeClr val="tx1"/>
              </a:buClr>
            </a:pPr>
            <a:r>
              <a:rPr lang="en-GB" sz="2000" dirty="0">
                <a:solidFill>
                  <a:srgbClr val="FF0000"/>
                </a:solidFill>
              </a:rPr>
              <a:t>/Users/username/</a:t>
            </a:r>
            <a:r>
              <a:rPr lang="en-GB" sz="2000" dirty="0"/>
              <a:t>Downloads/</a:t>
            </a:r>
            <a:r>
              <a:rPr lang="en-GB" sz="2000" dirty="0" err="1"/>
              <a:t>Genomic_files</a:t>
            </a:r>
            <a:r>
              <a:rPr lang="en-GB" sz="2000" dirty="0"/>
              <a:t>/</a:t>
            </a:r>
            <a:r>
              <a:rPr lang="en-GB" sz="2000" dirty="0" err="1"/>
              <a:t>example_file.fasta</a:t>
            </a:r>
            <a:r>
              <a:rPr lang="en-GB" sz="2000" dirty="0"/>
              <a:t> 		</a:t>
            </a:r>
            <a:r>
              <a:rPr lang="en-GB" sz="2000" i="1" dirty="0"/>
              <a:t># Mac absolute path</a:t>
            </a:r>
          </a:p>
          <a:p>
            <a:pPr latinLnBrk="1">
              <a:buClr>
                <a:schemeClr val="tx1"/>
              </a:buClr>
            </a:pPr>
            <a:r>
              <a:rPr lang="en-GB" sz="2000" dirty="0">
                <a:solidFill>
                  <a:srgbClr val="FF0000"/>
                </a:solidFill>
              </a:rPr>
              <a:t>/home/mobaxterm/</a:t>
            </a:r>
            <a:r>
              <a:rPr lang="en-GB" sz="2000" dirty="0"/>
              <a:t>Downloads/</a:t>
            </a:r>
            <a:r>
              <a:rPr lang="en-GB" sz="2000" dirty="0" err="1"/>
              <a:t>Genomic_files</a:t>
            </a:r>
            <a:r>
              <a:rPr lang="en-GB" sz="2000" dirty="0"/>
              <a:t>/example_file.fasta 		</a:t>
            </a:r>
            <a:r>
              <a:rPr lang="en-GB" sz="2000" i="1" dirty="0"/>
              <a:t># MobaXterm absolute path</a:t>
            </a:r>
            <a:endParaRPr lang="en-GB" sz="2000" dirty="0"/>
          </a:p>
          <a:p>
            <a:pPr marL="0" indent="0" latinLnBrk="1">
              <a:buClr>
                <a:schemeClr val="tx1"/>
              </a:buClr>
              <a:buNone/>
            </a:pPr>
            <a:r>
              <a:rPr lang="en-GB" sz="2000" dirty="0">
                <a:solidFill>
                  <a:srgbClr val="FF0000"/>
                </a:solidFill>
              </a:rPr>
              <a:t>~ represents the home directory</a:t>
            </a:r>
            <a:endParaRPr lang="en-GB" sz="2000" dirty="0"/>
          </a:p>
          <a:p>
            <a:pPr latinLnBrk="1">
              <a:buClr>
                <a:schemeClr val="tx1"/>
              </a:buClr>
            </a:pPr>
            <a:r>
              <a:rPr lang="en-GB" sz="2000" dirty="0">
                <a:solidFill>
                  <a:srgbClr val="FF0000"/>
                </a:solidFill>
              </a:rPr>
              <a:t>~</a:t>
            </a:r>
            <a:r>
              <a:rPr lang="en-GB" sz="2000" dirty="0"/>
              <a:t>/Downloads/</a:t>
            </a:r>
            <a:r>
              <a:rPr lang="en-GB" sz="2000" dirty="0" err="1"/>
              <a:t>Genomic_files</a:t>
            </a:r>
            <a:r>
              <a:rPr lang="en-GB" sz="2000" dirty="0"/>
              <a:t>/				</a:t>
            </a:r>
            <a:r>
              <a:rPr lang="en-GB" sz="2000" i="1" dirty="0">
                <a:solidFill>
                  <a:schemeClr val="accent6"/>
                </a:solidFill>
              </a:rPr>
              <a:t># Using ~ shortcut</a:t>
            </a:r>
            <a:endParaRPr lang="en-GB" sz="2000" dirty="0">
              <a:solidFill>
                <a:schemeClr val="accent6"/>
              </a:solidFill>
            </a:endParaRP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Relative path: </a:t>
            </a:r>
          </a:p>
          <a:p>
            <a:r>
              <a:rPr lang="en-GB" sz="2200" dirty="0"/>
              <a:t>Genomic_files/example_file.fasta      </a:t>
            </a:r>
            <a:r>
              <a:rPr lang="en-GB" sz="2200" i="1" dirty="0"/>
              <a:t># if you are already in ~/Downloads</a:t>
            </a:r>
          </a:p>
          <a:p>
            <a:r>
              <a:rPr lang="en-GB" sz="2200" dirty="0"/>
              <a:t>example_file.fasta		</a:t>
            </a:r>
            <a:r>
              <a:rPr lang="en-GB" sz="2200" i="1" dirty="0"/>
              <a:t># if you are already in ~/Downloads/Genomic_files</a:t>
            </a:r>
          </a:p>
        </p:txBody>
      </p:sp>
    </p:spTree>
    <p:extLst>
      <p:ext uri="{BB962C8B-B14F-4D97-AF65-F5344CB8AC3E}">
        <p14:creationId xmlns:p14="http://schemas.microsoft.com/office/powerpoint/2010/main" val="23614951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3700C78-C59D-E087-052A-D88BACE70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4978C30-41AD-D2FB-9E08-DB84CA22097B}"/>
              </a:ext>
            </a:extLst>
          </p:cNvPr>
          <p:cNvSpPr>
            <a:spLocks/>
          </p:cNvSpPr>
          <p:nvPr/>
        </p:nvSpPr>
        <p:spPr>
          <a:xfrm>
            <a:off x="0" y="0"/>
            <a:ext cx="12192000" cy="134532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cap="rnd">
            <a:noFill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0A224C-5CC9-1572-7170-BE2AED7C24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7307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Acknowledgments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22461F-6D07-A6E9-8B2F-0583D07FEC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dirty="0"/>
              <a:t>Chinemerem </a:t>
            </a:r>
            <a:r>
              <a:rPr lang="en-US" dirty="0" err="1"/>
              <a:t>Akamihe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387BDC-3AF4-4288-075F-11B9C3E63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8B392-A47D-8640-B354-96308D2DF629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63589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8|0.7|19.8|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3|3.4|35.9|17.4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8|18.6|15.4|4.5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2|8.1|8.1|19.1|20.4|17.3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8|15.4|12.7|11.8|17.5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4|22.8|20.2|12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2|4.7|43.4|6|1.1|47.6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3|64|36.2|54.9|8.6|33.5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7571</TotalTime>
  <Words>863</Words>
  <Application>Microsoft Macintosh PowerPoint</Application>
  <PresentationFormat>Widescreen</PresentationFormat>
  <Paragraphs>138</Paragraphs>
  <Slides>18</Slides>
  <Notes>7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Aptos</vt:lpstr>
      <vt:lpstr>Aptos Display</vt:lpstr>
      <vt:lpstr>Arial</vt:lpstr>
      <vt:lpstr>Helvetica Neue</vt:lpstr>
      <vt:lpstr>Office Theme</vt:lpstr>
      <vt:lpstr>Genomic Data Preprocessing: Understanding file formats</vt:lpstr>
      <vt:lpstr>Outline</vt:lpstr>
      <vt:lpstr>PowerPoint Presentation</vt:lpstr>
      <vt:lpstr>Why are there different file formats</vt:lpstr>
      <vt:lpstr>FASTA file</vt:lpstr>
      <vt:lpstr>FASTA file cont’d</vt:lpstr>
      <vt:lpstr>FASTQ file</vt:lpstr>
      <vt:lpstr>FASTQ file cont’d</vt:lpstr>
      <vt:lpstr>Other important file formats</vt:lpstr>
      <vt:lpstr>PowerPoint Presentation</vt:lpstr>
      <vt:lpstr>Importance of read quality</vt:lpstr>
      <vt:lpstr>PowerPoint Presentation</vt:lpstr>
      <vt:lpstr>Bash Basics</vt:lpstr>
      <vt:lpstr>PowerPoint Presentation</vt:lpstr>
      <vt:lpstr>Useful links</vt:lpstr>
      <vt:lpstr>Mac vs Windows (MobaXterm)</vt:lpstr>
      <vt:lpstr>Types of file paths</vt:lpstr>
      <vt:lpstr>Acknowledgments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Love Odunlami (EI)</dc:creator>
  <cp:lastModifiedBy>Love Odunlami (EI)</cp:lastModifiedBy>
  <cp:revision>1</cp:revision>
  <dcterms:created xsi:type="dcterms:W3CDTF">2026-02-01T15:02:05Z</dcterms:created>
  <dcterms:modified xsi:type="dcterms:W3CDTF">2026-02-27T18:42:26Z</dcterms:modified>
</cp:coreProperties>
</file>